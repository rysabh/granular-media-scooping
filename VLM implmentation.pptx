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345" r:id="rId3"/>
    <p:sldId id="264" r:id="rId4"/>
    <p:sldId id="338" r:id="rId5"/>
    <p:sldId id="339" r:id="rId6"/>
    <p:sldId id="340" r:id="rId7"/>
    <p:sldId id="341" r:id="rId8"/>
    <p:sldId id="342" r:id="rId9"/>
    <p:sldId id="346" r:id="rId10"/>
    <p:sldId id="261" r:id="rId11"/>
  </p:sldIdLst>
  <p:sldSz cx="9144000" cy="5143500" type="screen16x9"/>
  <p:notesSz cx="6858000" cy="9144000"/>
  <p:embeddedFontLst>
    <p:embeddedFont>
      <p:font typeface="Archivo" pitchFamily="2" charset="77"/>
      <p:regular r:id="rId13"/>
      <p:bold r:id="rId14"/>
      <p:italic r:id="rId15"/>
      <p:boldItalic r:id="rId16"/>
    </p:embeddedFont>
    <p:embeddedFont>
      <p:font typeface="Archivo SemiBold" pitchFamily="2" charset="77"/>
      <p:regular r:id="rId17"/>
      <p:bold r:id="rId18"/>
      <p:italic r:id="rId19"/>
      <p:boldItalic r:id="rId20"/>
    </p:embeddedFont>
    <p:embeddedFont>
      <p:font typeface="Manrope" pitchFamily="2" charset="0"/>
      <p:regular r:id="rId21"/>
      <p:bold r:id="rId22"/>
    </p:embeddedFont>
    <p:embeddedFont>
      <p:font typeface="Manrope Medium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977728-16AD-4176-A7FF-5E1DD5F24D82}">
  <a:tblStyle styleId="{CF977728-16AD-4176-A7FF-5E1DD5F24D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09"/>
    <p:restoredTop sz="86364"/>
  </p:normalViewPr>
  <p:slideViewPr>
    <p:cSldViewPr snapToGrid="0">
      <p:cViewPr varScale="1">
        <p:scale>
          <a:sx n="135" d="100"/>
          <a:sy n="135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8793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24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946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582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7738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476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4808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35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74481" y="-126454"/>
            <a:ext cx="9768655" cy="7207936"/>
            <a:chOff x="-374481" y="-126454"/>
            <a:chExt cx="9768655" cy="720793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24551" y="-11"/>
              <a:ext cx="2900789" cy="3300787"/>
              <a:chOff x="-324551" y="-11"/>
              <a:chExt cx="2900789" cy="330078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454705" y="329973"/>
                <a:ext cx="121533" cy="10491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-324551" y="-11"/>
                <a:ext cx="2478457" cy="3300787"/>
                <a:chOff x="-324551" y="-11"/>
                <a:chExt cx="2478457" cy="3300787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324551" y="2400005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410441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410441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-324551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410441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-324551" y="70557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499626" y="2875288"/>
                  <a:ext cx="121533" cy="105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737"/>
                      </a:lnTo>
                      <a:lnTo>
                        <a:pt x="5804" y="6737"/>
                      </a:lnTo>
                      <a:lnTo>
                        <a:pt x="7736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98803" y="3195943"/>
                  <a:ext cx="121533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5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198361" y="87190"/>
                  <a:ext cx="120590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6" h="6673" extrusionOk="0">
                      <a:moveTo>
                        <a:pt x="1872" y="1"/>
                      </a:moveTo>
                      <a:lnTo>
                        <a:pt x="0" y="3369"/>
                      </a:lnTo>
                      <a:lnTo>
                        <a:pt x="1872" y="6673"/>
                      </a:lnTo>
                      <a:lnTo>
                        <a:pt x="5739" y="6673"/>
                      </a:lnTo>
                      <a:lnTo>
                        <a:pt x="7675" y="3369"/>
                      </a:lnTo>
                      <a:lnTo>
                        <a:pt x="5739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2032357" y="131293"/>
                  <a:ext cx="121548" cy="104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7" h="6679" extrusionOk="0">
                      <a:moveTo>
                        <a:pt x="1932" y="1"/>
                      </a:moveTo>
                      <a:lnTo>
                        <a:pt x="1" y="3369"/>
                      </a:lnTo>
                      <a:lnTo>
                        <a:pt x="1932" y="6678"/>
                      </a:lnTo>
                      <a:lnTo>
                        <a:pt x="5800" y="6678"/>
                      </a:lnTo>
                      <a:lnTo>
                        <a:pt x="7736" y="3369"/>
                      </a:lnTo>
                      <a:lnTo>
                        <a:pt x="5800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33144" y="2666573"/>
                  <a:ext cx="184263" cy="15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66" extrusionOk="0">
                      <a:moveTo>
                        <a:pt x="2930" y="0"/>
                      </a:moveTo>
                      <a:lnTo>
                        <a:pt x="1" y="5115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11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739499" y="870932"/>
                  <a:ext cx="184247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329680" y="220510"/>
                  <a:ext cx="185268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3" h="10167" extrusionOk="0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323266" y="2308824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0" y="1"/>
                      </a:moveTo>
                      <a:lnTo>
                        <a:pt x="0" y="5056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056"/>
                      </a:lnTo>
                      <a:lnTo>
                        <a:pt x="8793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26008" y="2481305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4" y="1"/>
                      </a:moveTo>
                      <a:lnTo>
                        <a:pt x="0" y="5056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05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03546" y="2592102"/>
                  <a:ext cx="184247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0" y="1"/>
                      </a:moveTo>
                      <a:lnTo>
                        <a:pt x="1" y="5051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1"/>
                      </a:lnTo>
                      <a:lnTo>
                        <a:pt x="879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1675646" y="495859"/>
                  <a:ext cx="184263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71" extrusionOk="0">
                      <a:moveTo>
                        <a:pt x="2930" y="0"/>
                      </a:moveTo>
                      <a:lnTo>
                        <a:pt x="1" y="5055"/>
                      </a:lnTo>
                      <a:lnTo>
                        <a:pt x="2930" y="10171"/>
                      </a:lnTo>
                      <a:lnTo>
                        <a:pt x="8794" y="10171"/>
                      </a:lnTo>
                      <a:lnTo>
                        <a:pt x="11728" y="505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900436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-79554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-79554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65444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65444" y="987802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-79554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410441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-324551" y="141096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-79554" y="2258898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165444" y="1835529"/>
                  <a:ext cx="299888" cy="25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70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-79554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655439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-79554" y="1411155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43;p2"/>
                <p:cNvGrpSpPr/>
                <p:nvPr/>
              </p:nvGrpSpPr>
              <p:grpSpPr>
                <a:xfrm>
                  <a:off x="-324551" y="141096"/>
                  <a:ext cx="789883" cy="1953177"/>
                  <a:chOff x="2886825" y="590200"/>
                  <a:chExt cx="1256975" cy="3108175"/>
                </a:xfrm>
              </p:grpSpPr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2886825" y="3286625"/>
                    <a:ext cx="477225" cy="41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70" extrusionOk="0">
                        <a:moveTo>
                          <a:pt x="4742" y="1"/>
                        </a:moveTo>
                        <a:lnTo>
                          <a:pt x="1" y="8235"/>
                        </a:lnTo>
                        <a:lnTo>
                          <a:pt x="4742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886825" y="1039350"/>
                    <a:ext cx="477225" cy="41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534" extrusionOk="0">
                        <a:moveTo>
                          <a:pt x="4742" y="0"/>
                        </a:moveTo>
                        <a:lnTo>
                          <a:pt x="1" y="8234"/>
                        </a:lnTo>
                        <a:lnTo>
                          <a:pt x="4742" y="16533"/>
                        </a:lnTo>
                        <a:lnTo>
                          <a:pt x="14288" y="16533"/>
                        </a:lnTo>
                        <a:lnTo>
                          <a:pt x="19089" y="8234"/>
                        </a:lnTo>
                        <a:lnTo>
                          <a:pt x="1428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3666575" y="590200"/>
                    <a:ext cx="477225" cy="411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69" extrusionOk="0">
                        <a:moveTo>
                          <a:pt x="4806" y="1"/>
                        </a:moveTo>
                        <a:lnTo>
                          <a:pt x="1" y="8235"/>
                        </a:lnTo>
                        <a:lnTo>
                          <a:pt x="4806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" name="Google Shape;47;p2"/>
                <p:cNvSpPr/>
                <p:nvPr/>
              </p:nvSpPr>
              <p:spPr>
                <a:xfrm>
                  <a:off x="165444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-79554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-324551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-79554" y="84669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10441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655439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65444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410441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" name="Google Shape;55;p2"/>
            <p:cNvGrpSpPr/>
            <p:nvPr/>
          </p:nvGrpSpPr>
          <p:grpSpPr>
            <a:xfrm>
              <a:off x="6895449" y="2765296"/>
              <a:ext cx="2498725" cy="2732343"/>
              <a:chOff x="6895449" y="2765296"/>
              <a:chExt cx="2498725" cy="2732343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7530303" y="5008897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8728155" y="4663924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728155" y="3627738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8129229" y="3627738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54889" y="3984693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6895449" y="4883082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8373600" y="3195355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247623" y="4989732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9027618" y="2765296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9027618" y="518139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428692" y="4836420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530303" y="4663924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8428692" y="414520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9027618" y="345524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8728155" y="293777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829766" y="518139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728155" y="5008897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8728155" y="328276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8428692" y="5181393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9027618" y="4836420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129229" y="5008897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9027618" y="4490179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8428692" y="4490179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129229" y="4663924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7829766" y="4490179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9027618" y="414520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728155" y="4317703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7618" y="3800234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428692" y="3800234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8129229" y="3972710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-374481" y="3970996"/>
              <a:ext cx="2941933" cy="3110486"/>
              <a:chOff x="-374481" y="3970996"/>
              <a:chExt cx="2941933" cy="3110486"/>
            </a:xfrm>
          </p:grpSpPr>
          <p:grpSp>
            <p:nvGrpSpPr>
              <p:cNvPr id="87" name="Google Shape;87;p2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88" name="Google Shape;88;p2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0" name="Google Shape;110;p2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111" name="Google Shape;111;p2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2" name="Google Shape;132;p2"/>
            <p:cNvGrpSpPr/>
            <p:nvPr/>
          </p:nvGrpSpPr>
          <p:grpSpPr>
            <a:xfrm>
              <a:off x="7508523" y="-126454"/>
              <a:ext cx="1878185" cy="1451618"/>
              <a:chOff x="7508523" y="-126454"/>
              <a:chExt cx="1878185" cy="1451618"/>
            </a:xfrm>
          </p:grpSpPr>
          <p:sp>
            <p:nvSpPr>
              <p:cNvPr id="133" name="Google Shape;133;p2"/>
              <p:cNvSpPr/>
              <p:nvPr/>
            </p:nvSpPr>
            <p:spPr>
              <a:xfrm rot="-5400000">
                <a:off x="9107400" y="-105874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 rot="-5400000">
                <a:off x="7500173" y="16379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 rot="-5400000">
                <a:off x="7914249" y="291518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-5400000">
                <a:off x="8172451" y="79276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rot="-5400000">
                <a:off x="9017097" y="1153186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 rot="-5400000">
                <a:off x="8965766" y="13859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 rot="-5400000">
                <a:off x="9107392" y="384113"/>
                <a:ext cx="299904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 rot="-5400000">
                <a:off x="8966238" y="629063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 rot="-5400000">
                <a:off x="8824659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7" name="Google Shape;147;p2"/>
          <p:cNvSpPr txBox="1">
            <a:spLocks noGrp="1"/>
          </p:cNvSpPr>
          <p:nvPr>
            <p:ph type="ctrTitle"/>
          </p:nvPr>
        </p:nvSpPr>
        <p:spPr>
          <a:xfrm>
            <a:off x="1765200" y="1513275"/>
            <a:ext cx="5613600" cy="1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"/>
          <p:cNvSpPr txBox="1">
            <a:spLocks noGrp="1"/>
          </p:cNvSpPr>
          <p:nvPr>
            <p:ph type="subTitle" idx="1"/>
          </p:nvPr>
        </p:nvSpPr>
        <p:spPr>
          <a:xfrm>
            <a:off x="2734625" y="3157325"/>
            <a:ext cx="36747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9" name="Google Shape;149;p2"/>
          <p:cNvGrpSpPr/>
          <p:nvPr/>
        </p:nvGrpSpPr>
        <p:grpSpPr>
          <a:xfrm>
            <a:off x="-1342317" y="-932211"/>
            <a:ext cx="10570541" cy="6075710"/>
            <a:chOff x="-1342317" y="-932211"/>
            <a:chExt cx="10570541" cy="6075710"/>
          </a:xfrm>
        </p:grpSpPr>
        <p:pic>
          <p:nvPicPr>
            <p:cNvPr id="150" name="Google Shape;150;p2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985196">
              <a:off x="7802603" y="4016887"/>
              <a:ext cx="1316795" cy="960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58351" y="-91172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"/>
          <p:cNvSpPr txBox="1">
            <a:spLocks noGrp="1"/>
          </p:cNvSpPr>
          <p:nvPr>
            <p:ph type="title"/>
          </p:nvPr>
        </p:nvSpPr>
        <p:spPr>
          <a:xfrm>
            <a:off x="720000" y="1795275"/>
            <a:ext cx="4294800" cy="17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8" name="Google Shape;578;p9"/>
          <p:cNvGrpSpPr/>
          <p:nvPr/>
        </p:nvGrpSpPr>
        <p:grpSpPr>
          <a:xfrm flipH="1">
            <a:off x="-261397" y="-122057"/>
            <a:ext cx="9474926" cy="5773556"/>
            <a:chOff x="169576" y="-122057"/>
            <a:chExt cx="9474926" cy="5773556"/>
          </a:xfrm>
        </p:grpSpPr>
        <p:grpSp>
          <p:nvGrpSpPr>
            <p:cNvPr id="579" name="Google Shape;579;p9"/>
            <p:cNvGrpSpPr/>
            <p:nvPr/>
          </p:nvGrpSpPr>
          <p:grpSpPr>
            <a:xfrm rot="-5400000">
              <a:off x="6959583" y="2966579"/>
              <a:ext cx="1596342" cy="3773497"/>
              <a:chOff x="-206225" y="1551945"/>
              <a:chExt cx="1596342" cy="3773497"/>
            </a:xfrm>
          </p:grpSpPr>
          <p:sp>
            <p:nvSpPr>
              <p:cNvPr id="580" name="Google Shape;580;p9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9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 rot="-5400000">
                <a:off x="890093" y="491579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9"/>
              <p:cNvSpPr/>
              <p:nvPr/>
            </p:nvSpPr>
            <p:spPr>
              <a:xfrm rot="-5400000">
                <a:off x="681815" y="3512799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9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 rot="-5400000">
                <a:off x="2243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9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9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9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9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9"/>
              <p:cNvSpPr/>
              <p:nvPr/>
            </p:nvSpPr>
            <p:spPr>
              <a:xfrm rot="-5400000">
                <a:off x="1098134" y="4720526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9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9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9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9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9"/>
              <p:cNvSpPr/>
              <p:nvPr/>
            </p:nvSpPr>
            <p:spPr>
              <a:xfrm rot="-5400000">
                <a:off x="178283" y="461105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9"/>
              <p:cNvSpPr/>
              <p:nvPr/>
            </p:nvSpPr>
            <p:spPr>
              <a:xfrm rot="-5400000">
                <a:off x="233899" y="5033458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9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9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9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9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9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9"/>
            <p:cNvGrpSpPr/>
            <p:nvPr/>
          </p:nvGrpSpPr>
          <p:grpSpPr>
            <a:xfrm rot="-696">
              <a:off x="169576" y="-121861"/>
              <a:ext cx="1929403" cy="1026442"/>
              <a:chOff x="1489774" y="1713050"/>
              <a:chExt cx="3908048" cy="2079502"/>
            </a:xfrm>
          </p:grpSpPr>
          <p:sp>
            <p:nvSpPr>
              <p:cNvPr id="607" name="Google Shape;607;p9"/>
              <p:cNvSpPr/>
              <p:nvPr/>
            </p:nvSpPr>
            <p:spPr>
              <a:xfrm>
                <a:off x="1489774" y="3455720"/>
                <a:ext cx="390465" cy="33683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9"/>
              <p:cNvSpPr/>
              <p:nvPr/>
            </p:nvSpPr>
            <p:spPr>
              <a:xfrm>
                <a:off x="4920573" y="1859189"/>
                <a:ext cx="477250" cy="4117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9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9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9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9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9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9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9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9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9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9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9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9"/>
              <p:cNvSpPr/>
              <p:nvPr/>
            </p:nvSpPr>
            <p:spPr>
              <a:xfrm>
                <a:off x="4535195" y="2424561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9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22" name="Google Shape;622;p9"/>
          <p:cNvPicPr preferRelativeResize="0"/>
          <p:nvPr/>
        </p:nvPicPr>
        <p:blipFill rotWithShape="1">
          <a:blip r:embed="rId2">
            <a:alphaModFix/>
          </a:blip>
          <a:srcRect b="27092"/>
          <a:stretch/>
        </p:blipFill>
        <p:spPr>
          <a:xfrm rot="-5399901" flipH="1">
            <a:off x="8191090" y="257279"/>
            <a:ext cx="1037800" cy="75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8"/>
          <p:cNvSpPr txBox="1">
            <a:spLocks noGrp="1"/>
          </p:cNvSpPr>
          <p:nvPr>
            <p:ph type="title"/>
          </p:nvPr>
        </p:nvSpPr>
        <p:spPr>
          <a:xfrm>
            <a:off x="4521075" y="1274575"/>
            <a:ext cx="3706800" cy="162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18"/>
          <p:cNvSpPr txBox="1">
            <a:spLocks noGrp="1"/>
          </p:cNvSpPr>
          <p:nvPr>
            <p:ph type="subTitle" idx="1"/>
          </p:nvPr>
        </p:nvSpPr>
        <p:spPr>
          <a:xfrm>
            <a:off x="4521075" y="2860000"/>
            <a:ext cx="3706800" cy="10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18"/>
          <p:cNvSpPr>
            <a:spLocks noGrp="1"/>
          </p:cNvSpPr>
          <p:nvPr>
            <p:ph type="pic" idx="2"/>
          </p:nvPr>
        </p:nvSpPr>
        <p:spPr>
          <a:xfrm>
            <a:off x="1075450" y="991200"/>
            <a:ext cx="3189600" cy="31611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935" name="Google Shape;935;p18"/>
          <p:cNvGrpSpPr/>
          <p:nvPr/>
        </p:nvGrpSpPr>
        <p:grpSpPr>
          <a:xfrm>
            <a:off x="-320440" y="495436"/>
            <a:ext cx="9724531" cy="2855657"/>
            <a:chOff x="-320440" y="495436"/>
            <a:chExt cx="9724531" cy="2855657"/>
          </a:xfrm>
        </p:grpSpPr>
        <p:grpSp>
          <p:nvGrpSpPr>
            <p:cNvPr id="936" name="Google Shape;936;p18"/>
            <p:cNvGrpSpPr/>
            <p:nvPr/>
          </p:nvGrpSpPr>
          <p:grpSpPr>
            <a:xfrm>
              <a:off x="8414533" y="1416381"/>
              <a:ext cx="989559" cy="1934712"/>
              <a:chOff x="8414533" y="-159619"/>
              <a:chExt cx="989559" cy="1934712"/>
            </a:xfrm>
          </p:grpSpPr>
          <p:sp>
            <p:nvSpPr>
              <p:cNvPr id="937" name="Google Shape;937;p18"/>
              <p:cNvSpPr/>
              <p:nvPr/>
            </p:nvSpPr>
            <p:spPr>
              <a:xfrm rot="-5400000">
                <a:off x="9072641" y="1035926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 rot="-5400000">
                <a:off x="8920234" y="1506419"/>
                <a:ext cx="287973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 rot="-5400000">
                <a:off x="9238931" y="117713"/>
                <a:ext cx="176917" cy="15340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 rot="-5400000">
                <a:off x="8666198" y="-140327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 rot="-5400000">
                <a:off x="8937155" y="800675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 rot="-5400000">
                <a:off x="8666198" y="330174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8"/>
              <p:cNvSpPr/>
              <p:nvPr/>
            </p:nvSpPr>
            <p:spPr>
              <a:xfrm rot="-5400000">
                <a:off x="8801684" y="1035926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8"/>
              <p:cNvSpPr/>
              <p:nvPr/>
            </p:nvSpPr>
            <p:spPr>
              <a:xfrm rot="-5400000">
                <a:off x="8530222" y="565915"/>
                <a:ext cx="287958" cy="2483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8"/>
              <p:cNvSpPr/>
              <p:nvPr/>
            </p:nvSpPr>
            <p:spPr>
              <a:xfrm rot="-5400000">
                <a:off x="8937155" y="330174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8"/>
              <p:cNvSpPr/>
              <p:nvPr/>
            </p:nvSpPr>
            <p:spPr>
              <a:xfrm rot="-5400000">
                <a:off x="8801684" y="94923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8"/>
              <p:cNvSpPr/>
              <p:nvPr/>
            </p:nvSpPr>
            <p:spPr>
              <a:xfrm rot="-5400000">
                <a:off x="8801684" y="565425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8"/>
              <p:cNvSpPr/>
              <p:nvPr/>
            </p:nvSpPr>
            <p:spPr>
              <a:xfrm rot="-5400000">
                <a:off x="8394751" y="330664"/>
                <a:ext cx="287958" cy="2483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9" name="Google Shape;949;p18"/>
            <p:cNvGrpSpPr/>
            <p:nvPr/>
          </p:nvGrpSpPr>
          <p:grpSpPr>
            <a:xfrm rot="-5400000" flipH="1">
              <a:off x="-935717" y="1110714"/>
              <a:ext cx="2264292" cy="1033736"/>
              <a:chOff x="1717200" y="1713050"/>
              <a:chExt cx="3856083" cy="1760750"/>
            </a:xfrm>
          </p:grpSpPr>
          <p:sp>
            <p:nvSpPr>
              <p:cNvPr id="950" name="Google Shape;950;p18"/>
              <p:cNvSpPr/>
              <p:nvPr/>
            </p:nvSpPr>
            <p:spPr>
              <a:xfrm>
                <a:off x="3276700" y="3062075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5096033" y="2800776"/>
                <a:ext cx="477250" cy="4117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8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8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8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8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8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8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8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8"/>
              <p:cNvSpPr/>
              <p:nvPr/>
            </p:nvSpPr>
            <p:spPr>
              <a:xfrm>
                <a:off x="473552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8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5" name="Google Shape;965;p18"/>
          <p:cNvGrpSpPr/>
          <p:nvPr/>
        </p:nvGrpSpPr>
        <p:grpSpPr>
          <a:xfrm>
            <a:off x="-1412642" y="-724268"/>
            <a:ext cx="11408490" cy="3205685"/>
            <a:chOff x="-1412642" y="-724268"/>
            <a:chExt cx="11408490" cy="3205685"/>
          </a:xfrm>
        </p:grpSpPr>
        <p:pic>
          <p:nvPicPr>
            <p:cNvPr id="966" name="Google Shape;966;p18"/>
            <p:cNvPicPr preferRelativeResize="0"/>
            <p:nvPr/>
          </p:nvPicPr>
          <p:blipFill rotWithShape="1">
            <a:blip r:embed="rId2">
              <a:alphaModFix/>
            </a:blip>
            <a:srcRect t="13843" b="16241"/>
            <a:stretch/>
          </p:blipFill>
          <p:spPr>
            <a:xfrm rot="-3266910">
              <a:off x="-1215240" y="-39902"/>
              <a:ext cx="2627382" cy="1836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7" name="Google Shape;967;p18"/>
            <p:cNvPicPr preferRelativeResize="0"/>
            <p:nvPr/>
          </p:nvPicPr>
          <p:blipFill rotWithShape="1">
            <a:blip r:embed="rId3">
              <a:alphaModFix/>
            </a:blip>
            <a:srcRect r="29612"/>
            <a:stretch/>
          </p:blipFill>
          <p:spPr>
            <a:xfrm rot="7841870">
              <a:off x="8617111" y="872208"/>
              <a:ext cx="1010375" cy="14354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p30"/>
          <p:cNvGrpSpPr/>
          <p:nvPr/>
        </p:nvGrpSpPr>
        <p:grpSpPr>
          <a:xfrm rot="10800000" flipH="1">
            <a:off x="-2028666" y="-244304"/>
            <a:ext cx="15057473" cy="5703079"/>
            <a:chOff x="-2028666" y="-396704"/>
            <a:chExt cx="15057473" cy="5703079"/>
          </a:xfrm>
        </p:grpSpPr>
        <p:grpSp>
          <p:nvGrpSpPr>
            <p:cNvPr id="1565" name="Google Shape;1565;p30"/>
            <p:cNvGrpSpPr/>
            <p:nvPr/>
          </p:nvGrpSpPr>
          <p:grpSpPr>
            <a:xfrm>
              <a:off x="-2028666" y="1882896"/>
              <a:ext cx="5483773" cy="3423479"/>
              <a:chOff x="-2028666" y="1882896"/>
              <a:chExt cx="5483773" cy="3423479"/>
            </a:xfrm>
          </p:grpSpPr>
          <p:sp>
            <p:nvSpPr>
              <p:cNvPr id="1566" name="Google Shape;156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0"/>
              <p:cNvSpPr/>
              <p:nvPr/>
            </p:nvSpPr>
            <p:spPr>
              <a:xfrm rot="10800000" flipH="1">
                <a:off x="-1163824" y="406412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0"/>
              <p:cNvSpPr/>
              <p:nvPr/>
            </p:nvSpPr>
            <p:spPr>
              <a:xfrm rot="10800000" flipH="1">
                <a:off x="-1726822" y="36928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0"/>
              <p:cNvSpPr/>
              <p:nvPr/>
            </p:nvSpPr>
            <p:spPr>
              <a:xfrm rot="10800000" flipH="1">
                <a:off x="-1923263" y="32316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0"/>
              <p:cNvSpPr/>
              <p:nvPr/>
            </p:nvSpPr>
            <p:spPr>
              <a:xfrm rot="10800000" flipH="1">
                <a:off x="-1058421" y="4537334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30"/>
            <p:cNvGrpSpPr/>
            <p:nvPr/>
          </p:nvGrpSpPr>
          <p:grpSpPr>
            <a:xfrm>
              <a:off x="7225437" y="-396704"/>
              <a:ext cx="5803371" cy="3423479"/>
              <a:chOff x="-2348263" y="1882896"/>
              <a:chExt cx="5803371" cy="3423479"/>
            </a:xfrm>
          </p:grpSpPr>
          <p:sp>
            <p:nvSpPr>
              <p:cNvPr id="1626" name="Google Shape;162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0"/>
              <p:cNvSpPr/>
              <p:nvPr/>
            </p:nvSpPr>
            <p:spPr>
              <a:xfrm rot="10800000" flipH="1">
                <a:off x="-1025599" y="3961114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0"/>
              <p:cNvSpPr/>
              <p:nvPr/>
            </p:nvSpPr>
            <p:spPr>
              <a:xfrm rot="10800000" flipH="1">
                <a:off x="-2199722" y="25010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0"/>
              <p:cNvSpPr/>
              <p:nvPr/>
            </p:nvSpPr>
            <p:spPr>
              <a:xfrm rot="10800000" flipH="1">
                <a:off x="-2348263" y="27177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0"/>
              <p:cNvSpPr/>
              <p:nvPr/>
            </p:nvSpPr>
            <p:spPr>
              <a:xfrm rot="10800000" flipH="1">
                <a:off x="-1026234" y="4472659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5" name="Google Shape;1685;p30"/>
            <p:cNvGrpSpPr/>
            <p:nvPr/>
          </p:nvGrpSpPr>
          <p:grpSpPr>
            <a:xfrm>
              <a:off x="0" y="0"/>
              <a:ext cx="2525467" cy="1155154"/>
              <a:chOff x="0" y="0"/>
              <a:chExt cx="2525467" cy="1155154"/>
            </a:xfrm>
          </p:grpSpPr>
          <p:sp>
            <p:nvSpPr>
              <p:cNvPr id="1686" name="Google Shape;1686;p30"/>
              <p:cNvSpPr/>
              <p:nvPr/>
            </p:nvSpPr>
            <p:spPr>
              <a:xfrm>
                <a:off x="1119084" y="0"/>
                <a:ext cx="306347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0"/>
              <p:cNvSpPr/>
              <p:nvPr/>
            </p:nvSpPr>
            <p:spPr>
              <a:xfrm>
                <a:off x="118102" y="576567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0"/>
              <p:cNvSpPr/>
              <p:nvPr/>
            </p:nvSpPr>
            <p:spPr>
              <a:xfrm>
                <a:off x="1619574" y="288276"/>
                <a:ext cx="306331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0"/>
              <p:cNvSpPr/>
              <p:nvPr/>
            </p:nvSpPr>
            <p:spPr>
              <a:xfrm>
                <a:off x="118102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0"/>
              <p:cNvSpPr/>
              <p:nvPr/>
            </p:nvSpPr>
            <p:spPr>
              <a:xfrm>
                <a:off x="426923" y="992015"/>
                <a:ext cx="188221" cy="16313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0"/>
              <p:cNvSpPr/>
              <p:nvPr/>
            </p:nvSpPr>
            <p:spPr>
              <a:xfrm>
                <a:off x="1925893" y="69992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0"/>
              <p:cNvSpPr/>
              <p:nvPr/>
            </p:nvSpPr>
            <p:spPr>
              <a:xfrm>
                <a:off x="2337262" y="246166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0"/>
              <p:cNvSpPr/>
              <p:nvPr/>
            </p:nvSpPr>
            <p:spPr>
              <a:xfrm>
                <a:off x="0" y="325279"/>
                <a:ext cx="188205" cy="16321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0"/>
              <p:cNvSpPr/>
              <p:nvPr/>
            </p:nvSpPr>
            <p:spPr>
              <a:xfrm>
                <a:off x="1119084" y="576567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0"/>
              <p:cNvSpPr/>
              <p:nvPr/>
            </p:nvSpPr>
            <p:spPr>
              <a:xfrm>
                <a:off x="86883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0"/>
              <p:cNvSpPr/>
              <p:nvPr/>
            </p:nvSpPr>
            <p:spPr>
              <a:xfrm>
                <a:off x="618593" y="28827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0"/>
              <p:cNvSpPr/>
              <p:nvPr/>
            </p:nvSpPr>
            <p:spPr>
              <a:xfrm>
                <a:off x="36834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0"/>
              <p:cNvSpPr/>
              <p:nvPr/>
            </p:nvSpPr>
            <p:spPr>
              <a:xfrm>
                <a:off x="868838" y="432421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0"/>
              <p:cNvSpPr/>
              <p:nvPr/>
            </p:nvSpPr>
            <p:spPr>
              <a:xfrm>
                <a:off x="1369329" y="14414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0"/>
              <p:cNvSpPr/>
              <p:nvPr/>
            </p:nvSpPr>
            <p:spPr>
              <a:xfrm>
                <a:off x="1119084" y="28827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0"/>
              <p:cNvSpPr/>
              <p:nvPr/>
            </p:nvSpPr>
            <p:spPr>
              <a:xfrm>
                <a:off x="618593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702" name="Google Shape;17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85112">
            <a:off x="7989686" y="3472688"/>
            <a:ext cx="1587078" cy="158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4" name="Google Shape;1704;p31"/>
          <p:cNvGrpSpPr/>
          <p:nvPr/>
        </p:nvGrpSpPr>
        <p:grpSpPr>
          <a:xfrm rot="10800000" flipH="1">
            <a:off x="-124215" y="-129050"/>
            <a:ext cx="9603607" cy="5473391"/>
            <a:chOff x="-124215" y="-357650"/>
            <a:chExt cx="9603607" cy="5473391"/>
          </a:xfrm>
        </p:grpSpPr>
        <p:grpSp>
          <p:nvGrpSpPr>
            <p:cNvPr id="1705" name="Google Shape;1705;p31"/>
            <p:cNvGrpSpPr/>
            <p:nvPr/>
          </p:nvGrpSpPr>
          <p:grpSpPr>
            <a:xfrm flipH="1">
              <a:off x="8000600" y="1111253"/>
              <a:ext cx="1478792" cy="4004488"/>
              <a:chOff x="-206225" y="1111253"/>
              <a:chExt cx="1478792" cy="4004488"/>
            </a:xfrm>
          </p:grpSpPr>
          <p:sp>
            <p:nvSpPr>
              <p:cNvPr id="1706" name="Google Shape;1706;p31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1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1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31"/>
            <p:cNvGrpSpPr/>
            <p:nvPr/>
          </p:nvGrpSpPr>
          <p:grpSpPr>
            <a:xfrm>
              <a:off x="-124215" y="32626"/>
              <a:ext cx="1207390" cy="1867482"/>
              <a:chOff x="-124215" y="32626"/>
              <a:chExt cx="1207390" cy="1867482"/>
            </a:xfrm>
          </p:grpSpPr>
          <p:sp>
            <p:nvSpPr>
              <p:cNvPr id="1733" name="Google Shape;1733;p31"/>
              <p:cNvSpPr/>
              <p:nvPr/>
            </p:nvSpPr>
            <p:spPr>
              <a:xfrm>
                <a:off x="338030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800276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338030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338030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1"/>
              <p:cNvSpPr/>
              <p:nvPr/>
            </p:nvSpPr>
            <p:spPr>
              <a:xfrm>
                <a:off x="76437" y="1749448"/>
                <a:ext cx="173824" cy="15066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1"/>
              <p:cNvSpPr/>
              <p:nvPr/>
            </p:nvSpPr>
            <p:spPr>
              <a:xfrm>
                <a:off x="255792" y="1411959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635726" y="1574672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662566" y="1098597"/>
                <a:ext cx="173809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-124215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106908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106908" y="165743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-124215" y="1364859"/>
                <a:ext cx="282899" cy="24496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106908" y="965465"/>
                <a:ext cx="282899" cy="2440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-124215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69153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1"/>
              <p:cNvSpPr/>
              <p:nvPr/>
            </p:nvSpPr>
            <p:spPr>
              <a:xfrm>
                <a:off x="-124215" y="565122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1"/>
              <p:cNvSpPr/>
              <p:nvPr/>
            </p:nvSpPr>
            <p:spPr>
              <a:xfrm>
                <a:off x="106908" y="432005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-124215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-124215" y="32626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2" name="Google Shape;1752;p31"/>
            <p:cNvGrpSpPr/>
            <p:nvPr/>
          </p:nvGrpSpPr>
          <p:grpSpPr>
            <a:xfrm>
              <a:off x="5909175" y="-357650"/>
              <a:ext cx="3090347" cy="1182725"/>
              <a:chOff x="5909175" y="-357650"/>
              <a:chExt cx="3090347" cy="1182725"/>
            </a:xfrm>
          </p:grpSpPr>
          <p:sp>
            <p:nvSpPr>
              <p:cNvPr id="1753" name="Google Shape;1753;p31"/>
              <p:cNvSpPr/>
              <p:nvPr/>
            </p:nvSpPr>
            <p:spPr>
              <a:xfrm>
                <a:off x="7331346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8112187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6413109" y="-5551"/>
                <a:ext cx="19574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5909175" y="125425"/>
                <a:ext cx="196842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8803782" y="-13229"/>
                <a:ext cx="195740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851907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6290224" y="393033"/>
                <a:ext cx="317611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071066" y="-57814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851907" y="-207740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8680918" y="550208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91626" y="242021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071066" y="242021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6810785" y="393033"/>
                <a:ext cx="318612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6550505" y="242021"/>
                <a:ext cx="317611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851907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7591626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31346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1"/>
              <p:cNvSpPr/>
              <p:nvPr/>
            </p:nvSpPr>
            <p:spPr>
              <a:xfrm>
                <a:off x="7591626" y="-357650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1"/>
              <p:cNvSpPr/>
              <p:nvPr/>
            </p:nvSpPr>
            <p:spPr>
              <a:xfrm>
                <a:off x="7071066" y="-357650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1"/>
              <p:cNvSpPr/>
              <p:nvPr/>
            </p:nvSpPr>
            <p:spPr>
              <a:xfrm>
                <a:off x="6810785" y="-207740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3" name="Google Shape;1773;p31"/>
          <p:cNvGrpSpPr/>
          <p:nvPr/>
        </p:nvGrpSpPr>
        <p:grpSpPr>
          <a:xfrm>
            <a:off x="-1298242" y="-129056"/>
            <a:ext cx="10374927" cy="7138769"/>
            <a:chOff x="-1298242" y="-129056"/>
            <a:chExt cx="10374927" cy="7138769"/>
          </a:xfrm>
        </p:grpSpPr>
        <p:pic>
          <p:nvPicPr>
            <p:cNvPr id="1774" name="Google Shape;1774;p31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7817080">
              <a:off x="7626378" y="203535"/>
              <a:ext cx="1316794" cy="9600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5" name="Google Shape;1775;p31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14276" y="3895853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14"/>
          <p:cNvGrpSpPr/>
          <p:nvPr/>
        </p:nvGrpSpPr>
        <p:grpSpPr>
          <a:xfrm>
            <a:off x="-124215" y="-357650"/>
            <a:ext cx="9603607" cy="5473391"/>
            <a:chOff x="-124215" y="-357650"/>
            <a:chExt cx="9603607" cy="5473391"/>
          </a:xfrm>
        </p:grpSpPr>
        <p:grpSp>
          <p:nvGrpSpPr>
            <p:cNvPr id="746" name="Google Shape;746;p14"/>
            <p:cNvGrpSpPr/>
            <p:nvPr/>
          </p:nvGrpSpPr>
          <p:grpSpPr>
            <a:xfrm flipH="1">
              <a:off x="8000600" y="1111253"/>
              <a:ext cx="1478792" cy="4004488"/>
              <a:chOff x="-206225" y="1111253"/>
              <a:chExt cx="1478792" cy="4004488"/>
            </a:xfrm>
          </p:grpSpPr>
          <p:sp>
            <p:nvSpPr>
              <p:cNvPr id="747" name="Google Shape;747;p14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4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4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4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4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4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4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4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4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3" name="Google Shape;773;p14"/>
            <p:cNvGrpSpPr/>
            <p:nvPr/>
          </p:nvGrpSpPr>
          <p:grpSpPr>
            <a:xfrm>
              <a:off x="-124215" y="32626"/>
              <a:ext cx="1207390" cy="1867482"/>
              <a:chOff x="-124215" y="32626"/>
              <a:chExt cx="1207390" cy="1867482"/>
            </a:xfrm>
          </p:grpSpPr>
          <p:sp>
            <p:nvSpPr>
              <p:cNvPr id="774" name="Google Shape;774;p14"/>
              <p:cNvSpPr/>
              <p:nvPr/>
            </p:nvSpPr>
            <p:spPr>
              <a:xfrm>
                <a:off x="338030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800276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4"/>
              <p:cNvSpPr/>
              <p:nvPr/>
            </p:nvSpPr>
            <p:spPr>
              <a:xfrm>
                <a:off x="338030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4"/>
              <p:cNvSpPr/>
              <p:nvPr/>
            </p:nvSpPr>
            <p:spPr>
              <a:xfrm>
                <a:off x="338030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4"/>
              <p:cNvSpPr/>
              <p:nvPr/>
            </p:nvSpPr>
            <p:spPr>
              <a:xfrm>
                <a:off x="76437" y="1749448"/>
                <a:ext cx="173824" cy="15066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4"/>
              <p:cNvSpPr/>
              <p:nvPr/>
            </p:nvSpPr>
            <p:spPr>
              <a:xfrm>
                <a:off x="255792" y="1411959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4"/>
              <p:cNvSpPr/>
              <p:nvPr/>
            </p:nvSpPr>
            <p:spPr>
              <a:xfrm>
                <a:off x="635726" y="1574672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4"/>
              <p:cNvSpPr/>
              <p:nvPr/>
            </p:nvSpPr>
            <p:spPr>
              <a:xfrm>
                <a:off x="662566" y="1098597"/>
                <a:ext cx="173809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4"/>
              <p:cNvSpPr/>
              <p:nvPr/>
            </p:nvSpPr>
            <p:spPr>
              <a:xfrm>
                <a:off x="-124215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4"/>
              <p:cNvSpPr/>
              <p:nvPr/>
            </p:nvSpPr>
            <p:spPr>
              <a:xfrm>
                <a:off x="106908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4"/>
              <p:cNvSpPr/>
              <p:nvPr/>
            </p:nvSpPr>
            <p:spPr>
              <a:xfrm>
                <a:off x="106908" y="165743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4"/>
              <p:cNvSpPr/>
              <p:nvPr/>
            </p:nvSpPr>
            <p:spPr>
              <a:xfrm>
                <a:off x="-124215" y="1364859"/>
                <a:ext cx="282899" cy="24496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106908" y="965465"/>
                <a:ext cx="282899" cy="2440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-124215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4"/>
              <p:cNvSpPr/>
              <p:nvPr/>
            </p:nvSpPr>
            <p:spPr>
              <a:xfrm>
                <a:off x="569153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4"/>
              <p:cNvSpPr/>
              <p:nvPr/>
            </p:nvSpPr>
            <p:spPr>
              <a:xfrm>
                <a:off x="-124215" y="565122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106908" y="432005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-124215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-124215" y="32626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14"/>
            <p:cNvGrpSpPr/>
            <p:nvPr/>
          </p:nvGrpSpPr>
          <p:grpSpPr>
            <a:xfrm>
              <a:off x="5909175" y="-357650"/>
              <a:ext cx="3090347" cy="1182725"/>
              <a:chOff x="5909175" y="-357650"/>
              <a:chExt cx="3090347" cy="1182725"/>
            </a:xfrm>
          </p:grpSpPr>
          <p:sp>
            <p:nvSpPr>
              <p:cNvPr id="794" name="Google Shape;794;p14"/>
              <p:cNvSpPr/>
              <p:nvPr/>
            </p:nvSpPr>
            <p:spPr>
              <a:xfrm>
                <a:off x="7331346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4"/>
              <p:cNvSpPr/>
              <p:nvPr/>
            </p:nvSpPr>
            <p:spPr>
              <a:xfrm>
                <a:off x="8112187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6413109" y="-5551"/>
                <a:ext cx="19574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909175" y="125425"/>
                <a:ext cx="196842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8803782" y="-13229"/>
                <a:ext cx="195740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7851907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6290224" y="393033"/>
                <a:ext cx="317611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7071066" y="-57814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7851907" y="-207740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4"/>
              <p:cNvSpPr/>
              <p:nvPr/>
            </p:nvSpPr>
            <p:spPr>
              <a:xfrm>
                <a:off x="8680918" y="550208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4"/>
              <p:cNvSpPr/>
              <p:nvPr/>
            </p:nvSpPr>
            <p:spPr>
              <a:xfrm>
                <a:off x="7591626" y="242021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4"/>
              <p:cNvSpPr/>
              <p:nvPr/>
            </p:nvSpPr>
            <p:spPr>
              <a:xfrm>
                <a:off x="7071066" y="242021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4"/>
              <p:cNvSpPr/>
              <p:nvPr/>
            </p:nvSpPr>
            <p:spPr>
              <a:xfrm>
                <a:off x="6810785" y="393033"/>
                <a:ext cx="318612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4"/>
              <p:cNvSpPr/>
              <p:nvPr/>
            </p:nvSpPr>
            <p:spPr>
              <a:xfrm>
                <a:off x="6550505" y="242021"/>
                <a:ext cx="317611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4"/>
              <p:cNvSpPr/>
              <p:nvPr/>
            </p:nvSpPr>
            <p:spPr>
              <a:xfrm>
                <a:off x="7851907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4"/>
              <p:cNvSpPr/>
              <p:nvPr/>
            </p:nvSpPr>
            <p:spPr>
              <a:xfrm>
                <a:off x="7591626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4"/>
              <p:cNvSpPr/>
              <p:nvPr/>
            </p:nvSpPr>
            <p:spPr>
              <a:xfrm>
                <a:off x="7331346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4"/>
              <p:cNvSpPr/>
              <p:nvPr/>
            </p:nvSpPr>
            <p:spPr>
              <a:xfrm>
                <a:off x="7591626" y="-357650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4"/>
              <p:cNvSpPr/>
              <p:nvPr/>
            </p:nvSpPr>
            <p:spPr>
              <a:xfrm>
                <a:off x="7071066" y="-357650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4"/>
              <p:cNvSpPr/>
              <p:nvPr/>
            </p:nvSpPr>
            <p:spPr>
              <a:xfrm>
                <a:off x="6810785" y="-207740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4" name="Google Shape;814;p14"/>
          <p:cNvGrpSpPr/>
          <p:nvPr/>
        </p:nvGrpSpPr>
        <p:grpSpPr>
          <a:xfrm>
            <a:off x="0" y="107800"/>
            <a:ext cx="9002249" cy="4934691"/>
            <a:chOff x="0" y="107800"/>
            <a:chExt cx="9002249" cy="4934691"/>
          </a:xfrm>
        </p:grpSpPr>
        <p:pic>
          <p:nvPicPr>
            <p:cNvPr id="815" name="Google Shape;81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631295">
              <a:off x="7644645" y="3684857"/>
              <a:ext cx="1253684" cy="1253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6" name="Google Shape;816;p14"/>
            <p:cNvPicPr preferRelativeResize="0"/>
            <p:nvPr/>
          </p:nvPicPr>
          <p:blipFill rotWithShape="1">
            <a:blip r:embed="rId3">
              <a:alphaModFix/>
            </a:blip>
            <a:srcRect r="28652"/>
            <a:stretch/>
          </p:blipFill>
          <p:spPr>
            <a:xfrm rot="-826755" flipH="1">
              <a:off x="148252" y="203946"/>
              <a:ext cx="971947" cy="13622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7" name="Google Shape;817;p14"/>
          <p:cNvSpPr txBox="1">
            <a:spLocks noGrp="1"/>
          </p:cNvSpPr>
          <p:nvPr>
            <p:ph type="title"/>
          </p:nvPr>
        </p:nvSpPr>
        <p:spPr>
          <a:xfrm>
            <a:off x="2014800" y="3408538"/>
            <a:ext cx="51144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8" name="Google Shape;818;p14"/>
          <p:cNvSpPr txBox="1">
            <a:spLocks noGrp="1"/>
          </p:cNvSpPr>
          <p:nvPr>
            <p:ph type="subTitle" idx="1"/>
          </p:nvPr>
        </p:nvSpPr>
        <p:spPr>
          <a:xfrm>
            <a:off x="2014800" y="1203063"/>
            <a:ext cx="5114400" cy="216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705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4" r:id="rId4"/>
    <p:sldLayoutId id="2147483676" r:id="rId5"/>
    <p:sldLayoutId id="2147483677" r:id="rId6"/>
    <p:sldLayoutId id="214748368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35"/>
          <p:cNvSpPr txBox="1">
            <a:spLocks noGrp="1"/>
          </p:cNvSpPr>
          <p:nvPr>
            <p:ph type="ctrTitle"/>
          </p:nvPr>
        </p:nvSpPr>
        <p:spPr>
          <a:xfrm>
            <a:off x="1510393" y="653142"/>
            <a:ext cx="6082393" cy="25041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ea typeface="Archivo"/>
              </a:rPr>
              <a:t>VLM </a:t>
            </a:r>
            <a:r>
              <a:rPr lang="en" sz="4000" dirty="0" err="1">
                <a:ea typeface="Archivo"/>
              </a:rPr>
              <a:t>Implmentation</a:t>
            </a:r>
            <a:br>
              <a:rPr lang="en" dirty="0">
                <a:ea typeface="Archivo"/>
              </a:rPr>
            </a:br>
            <a:endParaRPr sz="2800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87" name="Google Shape;1787;p35"/>
          <p:cNvSpPr txBox="1">
            <a:spLocks noGrp="1"/>
          </p:cNvSpPr>
          <p:nvPr>
            <p:ph type="subTitle" idx="1"/>
          </p:nvPr>
        </p:nvSpPr>
        <p:spPr>
          <a:xfrm>
            <a:off x="2683733" y="3018531"/>
            <a:ext cx="4126370" cy="5318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B</a:t>
            </a:r>
            <a:r>
              <a:rPr lang="en" sz="1600" dirty="0"/>
              <a:t>y Grace Xu</a:t>
            </a:r>
            <a:endParaRPr sz="1600" dirty="0"/>
          </a:p>
        </p:txBody>
      </p:sp>
      <p:sp>
        <p:nvSpPr>
          <p:cNvPr id="1788" name="Google Shape;1788;p35"/>
          <p:cNvSpPr/>
          <p:nvPr/>
        </p:nvSpPr>
        <p:spPr>
          <a:xfrm rot="-5400000">
            <a:off x="9299439" y="1559119"/>
            <a:ext cx="121533" cy="105854"/>
          </a:xfrm>
          <a:custGeom>
            <a:avLst/>
            <a:gdLst/>
            <a:ahLst/>
            <a:cxnLst/>
            <a:rect l="l" t="t" r="r" b="b"/>
            <a:pathLst>
              <a:path w="7736" h="6738" extrusionOk="0">
                <a:moveTo>
                  <a:pt x="1937" y="1"/>
                </a:moveTo>
                <a:lnTo>
                  <a:pt x="0" y="3369"/>
                </a:lnTo>
                <a:lnTo>
                  <a:pt x="1937" y="6738"/>
                </a:lnTo>
                <a:lnTo>
                  <a:pt x="5804" y="6738"/>
                </a:lnTo>
                <a:lnTo>
                  <a:pt x="7736" y="3369"/>
                </a:lnTo>
                <a:lnTo>
                  <a:pt x="5804" y="1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Tufts Paper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0" y="1566064"/>
            <a:ext cx="46053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Raw demonstrations (images + proprioception, 1–30 per skill, no labels) → change-point detection →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VLM annotation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(skill classification + state equivalence) → construct and compress state-transition(knowledge Graph </a:t>
            </a:r>
            <a:r>
              <a:rPr lang="en-US" dirty="0">
                <a:latin typeface="-webkit-standard"/>
              </a:rPr>
              <a:t>(K</a:t>
            </a:r>
            <a:r>
              <a:rPr lang="en-US" b="0" i="0" dirty="0">
                <a:solidFill>
                  <a:srgbClr val="000000"/>
                </a:solidFill>
                <a:effectLst/>
              </a:rPr>
              <a:t>G)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ASP solver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 synthesize symbolic PDDL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Domain </a:t>
            </a:r>
            <a:r>
              <a:rPr lang="el-GR" b="0" i="0" dirty="0">
                <a:solidFill>
                  <a:srgbClr val="000000"/>
                </a:solidFill>
                <a:effectLst/>
              </a:rPr>
              <a:t>σ=⟨</a:t>
            </a:r>
            <a:r>
              <a:rPr lang="en-US" b="0" i="0" dirty="0">
                <a:solidFill>
                  <a:srgbClr val="000000"/>
                </a:solidFill>
                <a:effectLst/>
              </a:rPr>
              <a:t>E,F,S,O⟩</a:t>
            </a:r>
            <a:r>
              <a:rPr lang="el-GR" b="0" i="0" dirty="0">
                <a:solidFill>
                  <a:srgbClr val="000000"/>
                </a:solidFill>
                <a:effectLst/>
              </a:rPr>
              <a:t>σ=⟨</a:t>
            </a:r>
            <a:r>
              <a:rPr lang="en-US" b="0" i="0" dirty="0">
                <a:solidFill>
                  <a:srgbClr val="000000"/>
                </a:solidFill>
                <a:effectLst/>
              </a:rPr>
              <a:t>E,F,S,O⟩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→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Oracle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extracts task-relevant objects and builds compact ego-centric observations (e.g., relative pose) → each operator is segmented into sub-skills →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imitation learning (diffusion policies)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 using real + augmented trajectories →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Transformer termination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-&gt;learns switching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793E8-FE94-C0C2-D5DA-1FA565559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26" y="102401"/>
            <a:ext cx="3292464" cy="493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4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Demonstration Video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859536" y="905256"/>
            <a:ext cx="611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As </a:t>
            </a:r>
            <a:r>
              <a:rPr lang="en-US" dirty="0">
                <a:latin typeface="Helvetica" pitchFamily="2" charset="0"/>
              </a:rPr>
              <a:t>no real data yet, a demo video was created for testing and debugging.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3" name="demo.mp4">
            <a:hlinkClick r:id="" action="ppaction://media"/>
            <a:extLst>
              <a:ext uri="{FF2B5EF4-FFF2-40B4-BE49-F238E27FC236}">
                <a16:creationId xmlns:a16="http://schemas.microsoft.com/office/drawing/2014/main" id="{5DFC7F13-4952-2A01-FBE7-165DB4B6E7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9214" y="1262922"/>
            <a:ext cx="7715250" cy="3504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VLM Model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949569" y="1327497"/>
            <a:ext cx="7174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99601-6382-8F96-20B8-CA5CD0A05A5A}"/>
              </a:ext>
            </a:extLst>
          </p:cNvPr>
          <p:cNvSpPr txBox="1"/>
          <p:nvPr/>
        </p:nvSpPr>
        <p:spPr>
          <a:xfrm>
            <a:off x="729762" y="1327495"/>
            <a:ext cx="764614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 representation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Each node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n∈V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corresponds to a visual scene snapshot (i.e., a frame captured at key transition points).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Transitions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bisimulation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-based merging): Nodes are merged if a VLM determines that two snapshots represent the same high-level state, based on domain-specific hints provided in the prompt.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Skill labeling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For each demonstration segment 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τ,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 extract representative frames and use a classification prompt with the VLM. The predicted label l^∈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Λ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then assigned to the edge 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n,l^,n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′).</a:t>
            </a: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br>
              <a:rPr lang="en-US" sz="2000" dirty="0"/>
            </a:br>
            <a:endParaRPr lang="en-US" sz="16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4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218583" y="195428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VLM Output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949569" y="1327497"/>
            <a:ext cx="7174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22466-CBCB-3B3A-BEE1-842D61C5D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75" y="800789"/>
            <a:ext cx="2612753" cy="2245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3C77F6-E55F-4CB0-FBB7-38F0367BB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800789"/>
            <a:ext cx="5312664" cy="2267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D825F6-A197-9CE0-654D-4C33A7F06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675" y="3136362"/>
            <a:ext cx="5154987" cy="19943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6A1201-1B7F-E2A4-AB05-DA5B6D27C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608" y="3204820"/>
            <a:ext cx="2746909" cy="185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5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49" y="371819"/>
            <a:ext cx="6364413" cy="639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Knowledge 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949569" y="1327497"/>
            <a:ext cx="7174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223C7-640E-4840-2446-43F0148B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99" y="2269983"/>
            <a:ext cx="7894493" cy="60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3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ASP Solve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E8260-8750-5A78-0E2B-0035A5135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20" y="867452"/>
            <a:ext cx="2917411" cy="40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9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PDDL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949569" y="1327497"/>
            <a:ext cx="7174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D43A68-7725-DD01-1AB7-E84C5B578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717" y="891794"/>
            <a:ext cx="2476000" cy="4026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2558D8-B4C5-F308-F884-190EA3ADD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783" y="891794"/>
            <a:ext cx="1966834" cy="4005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C7ED80-480C-4B96-5F00-BBA5C229B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435" y="891794"/>
            <a:ext cx="2445799" cy="39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82;p43">
            <a:extLst>
              <a:ext uri="{FF2B5EF4-FFF2-40B4-BE49-F238E27FC236}">
                <a16:creationId xmlns:a16="http://schemas.microsoft.com/office/drawing/2014/main" id="{702F6060-922D-32DC-9712-C49EEED56201}"/>
              </a:ext>
            </a:extLst>
          </p:cNvPr>
          <p:cNvSpPr txBox="1">
            <a:spLocks/>
          </p:cNvSpPr>
          <p:nvPr/>
        </p:nvSpPr>
        <p:spPr>
          <a:xfrm>
            <a:off x="1109050" y="371819"/>
            <a:ext cx="3927058" cy="60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dirty="0"/>
              <a:t>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A5420-C991-4914-8219-5281BFF0E4C4}"/>
              </a:ext>
            </a:extLst>
          </p:cNvPr>
          <p:cNvSpPr txBox="1"/>
          <p:nvPr/>
        </p:nvSpPr>
        <p:spPr>
          <a:xfrm>
            <a:off x="949569" y="1327497"/>
            <a:ext cx="7174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3183-330F-4A05-DCCA-49D9F8C4E381}"/>
              </a:ext>
            </a:extLst>
          </p:cNvPr>
          <p:cNvSpPr txBox="1"/>
          <p:nvPr/>
        </p:nvSpPr>
        <p:spPr>
          <a:xfrm>
            <a:off x="1345857" y="1539314"/>
            <a:ext cx="63819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Collect real data for our task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 on various VLM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Compare the method used in </a:t>
            </a:r>
            <a:r>
              <a:rPr lang="en-US" sz="1600" dirty="0" err="1"/>
              <a:t>Symskill</a:t>
            </a:r>
            <a:r>
              <a:rPr lang="en-US" sz="1600" dirty="0"/>
              <a:t> paper: They also segment demonstration-&gt;used VLM to extract pose, motion and all other information-&gt; jointly learns high level planning and low level </a:t>
            </a:r>
            <a:r>
              <a:rPr lang="en-US" sz="1600"/>
              <a:t>skills.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Think about our contribution  </a:t>
            </a:r>
          </a:p>
        </p:txBody>
      </p:sp>
    </p:spTree>
    <p:extLst>
      <p:ext uri="{BB962C8B-B14F-4D97-AF65-F5344CB8AC3E}">
        <p14:creationId xmlns:p14="http://schemas.microsoft.com/office/powerpoint/2010/main" val="247859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40"/>
          <p:cNvSpPr txBox="1">
            <a:spLocks noGrp="1"/>
          </p:cNvSpPr>
          <p:nvPr>
            <p:ph type="title"/>
          </p:nvPr>
        </p:nvSpPr>
        <p:spPr>
          <a:xfrm>
            <a:off x="4029600" y="4611600"/>
            <a:ext cx="3753686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Credit: template was created by </a:t>
            </a:r>
            <a:r>
              <a:rPr lang="en-US" sz="1400" dirty="0" err="1"/>
              <a:t>Slidesgo</a:t>
            </a:r>
            <a:endParaRPr sz="1400" dirty="0"/>
          </a:p>
        </p:txBody>
      </p:sp>
      <p:sp>
        <p:nvSpPr>
          <p:cNvPr id="1860" name="Google Shape;1860;p40"/>
          <p:cNvSpPr/>
          <p:nvPr/>
        </p:nvSpPr>
        <p:spPr>
          <a:xfrm rot="-5400000">
            <a:off x="352058" y="5320775"/>
            <a:ext cx="126812" cy="109387"/>
          </a:xfrm>
          <a:custGeom>
            <a:avLst/>
            <a:gdLst/>
            <a:ahLst/>
            <a:cxnLst/>
            <a:rect l="l" t="t" r="r" b="b"/>
            <a:pathLst>
              <a:path w="7736" h="6673" extrusionOk="0">
                <a:moveTo>
                  <a:pt x="1937" y="0"/>
                </a:moveTo>
                <a:lnTo>
                  <a:pt x="0" y="3304"/>
                </a:lnTo>
                <a:lnTo>
                  <a:pt x="1937" y="6672"/>
                </a:lnTo>
                <a:lnTo>
                  <a:pt x="5804" y="6672"/>
                </a:lnTo>
                <a:lnTo>
                  <a:pt x="7736" y="3304"/>
                </a:lnTo>
                <a:lnTo>
                  <a:pt x="58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323;p62">
            <a:extLst>
              <a:ext uri="{FF2B5EF4-FFF2-40B4-BE49-F238E27FC236}">
                <a16:creationId xmlns:a16="http://schemas.microsoft.com/office/drawing/2014/main" id="{140715D3-5CC5-42DE-FD51-8372DE0CACC1}"/>
              </a:ext>
            </a:extLst>
          </p:cNvPr>
          <p:cNvSpPr txBox="1">
            <a:spLocks/>
          </p:cNvSpPr>
          <p:nvPr/>
        </p:nvSpPr>
        <p:spPr>
          <a:xfrm>
            <a:off x="2181375" y="1419145"/>
            <a:ext cx="4781250" cy="141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60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595026044"/>
      </p:ext>
    </p:extLst>
  </p:cSld>
  <p:clrMapOvr>
    <a:masterClrMapping/>
  </p:clrMapOvr>
</p:sld>
</file>

<file path=ppt/theme/theme1.xml><?xml version="1.0" encoding="utf-8"?>
<a:theme xmlns:a="http://schemas.openxmlformats.org/drawingml/2006/main" name="Scientific Research Thesis Defense by Slidesgo">
  <a:themeElements>
    <a:clrScheme name="Simple Light">
      <a:dk1>
        <a:srgbClr val="17235B"/>
      </a:dk1>
      <a:lt1>
        <a:srgbClr val="DCE5F5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309</Words>
  <Application>Microsoft Macintosh PowerPoint</Application>
  <PresentationFormat>On-screen Show (16:9)</PresentationFormat>
  <Paragraphs>52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Archivo SemiBold</vt:lpstr>
      <vt:lpstr>-webkit-standard</vt:lpstr>
      <vt:lpstr>Arial</vt:lpstr>
      <vt:lpstr>Helvetica</vt:lpstr>
      <vt:lpstr>Manrope Medium</vt:lpstr>
      <vt:lpstr>Archivo</vt:lpstr>
      <vt:lpstr>Manrope</vt:lpstr>
      <vt:lpstr>Scientific Research Thesis Defense by Slidesgo</vt:lpstr>
      <vt:lpstr>VLM Implmentation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Credit: template was created by Slidesgo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Perception Paper Presentation</dc:title>
  <cp:lastModifiedBy>yingying</cp:lastModifiedBy>
  <cp:revision>59</cp:revision>
  <dcterms:modified xsi:type="dcterms:W3CDTF">2026-05-04T09:37:52Z</dcterms:modified>
</cp:coreProperties>
</file>