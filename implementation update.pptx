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63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64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65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95B2EA4-F794-46F5-A2BE-D4EBE7E5CBA5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ubTitle"/>
          </p:nvPr>
        </p:nvSpPr>
        <p:spPr>
          <a:xfrm>
            <a:off x="2014920" y="3408480"/>
            <a:ext cx="5114160" cy="24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ubTitle"/>
          </p:nvPr>
        </p:nvSpPr>
        <p:spPr>
          <a:xfrm>
            <a:off x="2014920" y="3408480"/>
            <a:ext cx="5114160" cy="24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ubTitle"/>
          </p:nvPr>
        </p:nvSpPr>
        <p:spPr>
          <a:xfrm>
            <a:off x="2014920" y="3408480"/>
            <a:ext cx="5114160" cy="246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e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9;p2"/>
          <p:cNvGrpSpPr/>
          <p:nvPr/>
        </p:nvGrpSpPr>
        <p:grpSpPr>
          <a:xfrm>
            <a:off x="-374400" y="-126000"/>
            <a:ext cx="9768240" cy="7207560"/>
            <a:chOff x="-374400" y="-126000"/>
            <a:chExt cx="9768240" cy="7207560"/>
          </a:xfrm>
        </p:grpSpPr>
        <p:grpSp>
          <p:nvGrpSpPr>
            <p:cNvPr id="1" name="Google Shape;10;p2"/>
            <p:cNvGrpSpPr/>
            <p:nvPr/>
          </p:nvGrpSpPr>
          <p:grpSpPr>
            <a:xfrm>
              <a:off x="-324720" y="0"/>
              <a:ext cx="2900880" cy="3300480"/>
              <a:chOff x="-324720" y="0"/>
              <a:chExt cx="2900880" cy="3300480"/>
            </a:xfrm>
          </p:grpSpPr>
          <p:sp>
            <p:nvSpPr>
              <p:cNvPr id="2" name="Google Shape;11;p2"/>
              <p:cNvSpPr/>
              <p:nvPr/>
            </p:nvSpPr>
            <p:spPr>
              <a:xfrm>
                <a:off x="2454840" y="330120"/>
                <a:ext cx="121320" cy="104400"/>
              </a:xfrm>
              <a:custGeom>
                <a:avLst/>
                <a:gdLst/>
                <a:ahLst/>
                <a:rect l="l" t="t" r="r" b="b"/>
                <a:pathLst>
                  <a:path w="7736" h="6678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3" name="Google Shape;12;p2"/>
              <p:cNvGrpSpPr/>
              <p:nvPr/>
            </p:nvGrpSpPr>
            <p:grpSpPr>
              <a:xfrm>
                <a:off x="-324720" y="0"/>
                <a:ext cx="2478240" cy="3300480"/>
                <a:chOff x="-324720" y="0"/>
                <a:chExt cx="2478240" cy="3300480"/>
              </a:xfrm>
            </p:grpSpPr>
            <p:sp>
              <p:nvSpPr>
                <p:cNvPr id="4" name="Google Shape;13;p2"/>
                <p:cNvSpPr/>
                <p:nvPr/>
              </p:nvSpPr>
              <p:spPr>
                <a:xfrm>
                  <a:off x="-324720" y="2400120"/>
                  <a:ext cx="299520" cy="259200"/>
                </a:xfrm>
                <a:custGeom>
                  <a:avLst/>
                  <a:gdLst/>
                  <a:ahLst/>
                  <a:rect l="l" t="t" r="r" b="b"/>
                  <a:pathLst>
                    <a:path w="19089" h="16529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529"/>
                      </a:lnTo>
                      <a:lnTo>
                        <a:pt x="14288" y="1652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" name="Google Shape;14;p2"/>
                <p:cNvSpPr/>
                <p:nvPr/>
              </p:nvSpPr>
              <p:spPr>
                <a:xfrm>
                  <a:off x="410400" y="1976760"/>
                  <a:ext cx="299520" cy="258480"/>
                </a:xfrm>
                <a:custGeom>
                  <a:avLst/>
                  <a:gdLst/>
                  <a:ahLst/>
                  <a:rect l="l" t="t" r="r" b="b"/>
                  <a:pathLst>
                    <a:path w="19089" h="16469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" name="Google Shape;15;p2"/>
                <p:cNvSpPr/>
                <p:nvPr/>
              </p:nvSpPr>
              <p:spPr>
                <a:xfrm>
                  <a:off x="410400" y="1694520"/>
                  <a:ext cx="299520" cy="258480"/>
                </a:xfrm>
                <a:custGeom>
                  <a:avLst/>
                  <a:gdLst/>
                  <a:ahLst/>
                  <a:rect l="l" t="t" r="r" b="b"/>
                  <a:pathLst>
                    <a:path w="19089" h="16469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7" name="Google Shape;16;p2"/>
                <p:cNvSpPr/>
                <p:nvPr/>
              </p:nvSpPr>
              <p:spPr>
                <a:xfrm>
                  <a:off x="-324720" y="1553400"/>
                  <a:ext cx="299520" cy="258480"/>
                </a:xfrm>
                <a:custGeom>
                  <a:avLst/>
                  <a:gdLst/>
                  <a:ahLst/>
                  <a:rect l="l" t="t" r="r" b="b"/>
                  <a:pathLst>
                    <a:path w="19089" h="16469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8" name="Google Shape;17;p2"/>
                <p:cNvSpPr/>
                <p:nvPr/>
              </p:nvSpPr>
              <p:spPr>
                <a:xfrm>
                  <a:off x="410400" y="112896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300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9" name="Google Shape;18;p2"/>
                <p:cNvSpPr/>
                <p:nvPr/>
              </p:nvSpPr>
              <p:spPr>
                <a:xfrm>
                  <a:off x="-324720" y="70560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" name="Google Shape;19;p2"/>
                <p:cNvSpPr/>
                <p:nvPr/>
              </p:nvSpPr>
              <p:spPr>
                <a:xfrm>
                  <a:off x="499680" y="2875320"/>
                  <a:ext cx="121320" cy="105480"/>
                </a:xfrm>
                <a:custGeom>
                  <a:avLst/>
                  <a:gdLst/>
                  <a:ahLst/>
                  <a:rect l="l" t="t" r="r" b="b"/>
                  <a:pathLst>
                    <a:path w="7736" h="6738">
                      <a:moveTo>
                        <a:pt x="1937" y="0"/>
                      </a:moveTo>
                      <a:lnTo>
                        <a:pt x="0" y="3369"/>
                      </a:lnTo>
                      <a:lnTo>
                        <a:pt x="1937" y="6737"/>
                      </a:lnTo>
                      <a:lnTo>
                        <a:pt x="5804" y="6737"/>
                      </a:lnTo>
                      <a:lnTo>
                        <a:pt x="7736" y="3369"/>
                      </a:lnTo>
                      <a:lnTo>
                        <a:pt x="580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" name="Google Shape;20;p2"/>
                <p:cNvSpPr/>
                <p:nvPr/>
              </p:nvSpPr>
              <p:spPr>
                <a:xfrm>
                  <a:off x="98640" y="3196080"/>
                  <a:ext cx="121320" cy="104400"/>
                </a:xfrm>
                <a:custGeom>
                  <a:avLst/>
                  <a:gdLst/>
                  <a:ahLst/>
                  <a:rect l="l" t="t" r="r" b="b"/>
                  <a:pathLst>
                    <a:path w="7736" h="6673">
                      <a:moveTo>
                        <a:pt x="1937" y="0"/>
                      </a:moveTo>
                      <a:lnTo>
                        <a:pt x="0" y="3369"/>
                      </a:lnTo>
                      <a:lnTo>
                        <a:pt x="1937" y="6672"/>
                      </a:lnTo>
                      <a:lnTo>
                        <a:pt x="5804" y="6672"/>
                      </a:lnTo>
                      <a:lnTo>
                        <a:pt x="7735" y="3369"/>
                      </a:lnTo>
                      <a:lnTo>
                        <a:pt x="580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2" name="Google Shape;21;p2"/>
                <p:cNvSpPr/>
                <p:nvPr/>
              </p:nvSpPr>
              <p:spPr>
                <a:xfrm>
                  <a:off x="1198440" y="87120"/>
                  <a:ext cx="120240" cy="104400"/>
                </a:xfrm>
                <a:custGeom>
                  <a:avLst/>
                  <a:gdLst/>
                  <a:ahLst/>
                  <a:rect l="l" t="t" r="r" b="b"/>
                  <a:pathLst>
                    <a:path w="7676" h="6673">
                      <a:moveTo>
                        <a:pt x="1872" y="1"/>
                      </a:moveTo>
                      <a:lnTo>
                        <a:pt x="0" y="3369"/>
                      </a:lnTo>
                      <a:lnTo>
                        <a:pt x="1872" y="6673"/>
                      </a:lnTo>
                      <a:lnTo>
                        <a:pt x="5739" y="6673"/>
                      </a:lnTo>
                      <a:lnTo>
                        <a:pt x="7675" y="3369"/>
                      </a:lnTo>
                      <a:lnTo>
                        <a:pt x="5739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3" name="Google Shape;22;p2"/>
                <p:cNvSpPr/>
                <p:nvPr/>
              </p:nvSpPr>
              <p:spPr>
                <a:xfrm>
                  <a:off x="2032200" y="131400"/>
                  <a:ext cx="121320" cy="104400"/>
                </a:xfrm>
                <a:custGeom>
                  <a:avLst/>
                  <a:gdLst/>
                  <a:ahLst/>
                  <a:rect l="l" t="t" r="r" b="b"/>
                  <a:pathLst>
                    <a:path w="7737" h="6679">
                      <a:moveTo>
                        <a:pt x="1932" y="1"/>
                      </a:moveTo>
                      <a:lnTo>
                        <a:pt x="1" y="3369"/>
                      </a:lnTo>
                      <a:lnTo>
                        <a:pt x="1932" y="6678"/>
                      </a:lnTo>
                      <a:lnTo>
                        <a:pt x="5800" y="6678"/>
                      </a:lnTo>
                      <a:lnTo>
                        <a:pt x="7736" y="3369"/>
                      </a:lnTo>
                      <a:lnTo>
                        <a:pt x="5800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4" name="Google Shape;23;p2"/>
                <p:cNvSpPr/>
                <p:nvPr/>
              </p:nvSpPr>
              <p:spPr>
                <a:xfrm>
                  <a:off x="133200" y="2666520"/>
                  <a:ext cx="183960" cy="159480"/>
                </a:xfrm>
                <a:custGeom>
                  <a:avLst/>
                  <a:gdLst/>
                  <a:ahLst/>
                  <a:rect l="l" t="t" r="r" b="b"/>
                  <a:pathLst>
                    <a:path w="11729" h="10166">
                      <a:moveTo>
                        <a:pt x="2930" y="0"/>
                      </a:moveTo>
                      <a:lnTo>
                        <a:pt x="1" y="5115"/>
                      </a:lnTo>
                      <a:lnTo>
                        <a:pt x="2930" y="10166"/>
                      </a:lnTo>
                      <a:lnTo>
                        <a:pt x="8794" y="10166"/>
                      </a:lnTo>
                      <a:lnTo>
                        <a:pt x="11728" y="5115"/>
                      </a:lnTo>
                      <a:lnTo>
                        <a:pt x="879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5" name="Google Shape;24;p2"/>
                <p:cNvSpPr/>
                <p:nvPr/>
              </p:nvSpPr>
              <p:spPr>
                <a:xfrm>
                  <a:off x="739440" y="870840"/>
                  <a:ext cx="183960" cy="159480"/>
                </a:xfrm>
                <a:custGeom>
                  <a:avLst/>
                  <a:gdLst/>
                  <a:ahLst/>
                  <a:rect l="l" t="t" r="r" b="b"/>
                  <a:pathLst>
                    <a:path w="11728" h="10171">
                      <a:moveTo>
                        <a:pt x="2930" y="0"/>
                      </a:moveTo>
                      <a:lnTo>
                        <a:pt x="0" y="5115"/>
                      </a:lnTo>
                      <a:lnTo>
                        <a:pt x="2930" y="10171"/>
                      </a:lnTo>
                      <a:lnTo>
                        <a:pt x="8793" y="10171"/>
                      </a:lnTo>
                      <a:lnTo>
                        <a:pt x="11728" y="5115"/>
                      </a:lnTo>
                      <a:lnTo>
                        <a:pt x="8793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6" name="Google Shape;25;p2"/>
                <p:cNvSpPr/>
                <p:nvPr/>
              </p:nvSpPr>
              <p:spPr>
                <a:xfrm>
                  <a:off x="1329840" y="220680"/>
                  <a:ext cx="185040" cy="159480"/>
                </a:xfrm>
                <a:custGeom>
                  <a:avLst/>
                  <a:gdLst/>
                  <a:ahLst/>
                  <a:rect l="l" t="t" r="r" b="b"/>
                  <a:pathLst>
                    <a:path w="11793" h="10167">
                      <a:moveTo>
                        <a:pt x="2934" y="1"/>
                      </a:moveTo>
                      <a:lnTo>
                        <a:pt x="0" y="5116"/>
                      </a:lnTo>
                      <a:lnTo>
                        <a:pt x="2934" y="10166"/>
                      </a:lnTo>
                      <a:lnTo>
                        <a:pt x="8798" y="10166"/>
                      </a:lnTo>
                      <a:lnTo>
                        <a:pt x="11792" y="5116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7" name="Google Shape;26;p2"/>
                <p:cNvSpPr/>
                <p:nvPr/>
              </p:nvSpPr>
              <p:spPr>
                <a:xfrm>
                  <a:off x="323280" y="2308680"/>
                  <a:ext cx="183960" cy="159480"/>
                </a:xfrm>
                <a:custGeom>
                  <a:avLst/>
                  <a:gdLst/>
                  <a:ahLst/>
                  <a:rect l="l" t="t" r="r" b="b"/>
                  <a:pathLst>
                    <a:path w="11728" h="10172">
                      <a:moveTo>
                        <a:pt x="2930" y="1"/>
                      </a:moveTo>
                      <a:lnTo>
                        <a:pt x="0" y="5056"/>
                      </a:lnTo>
                      <a:lnTo>
                        <a:pt x="2930" y="10171"/>
                      </a:lnTo>
                      <a:lnTo>
                        <a:pt x="8793" y="10171"/>
                      </a:lnTo>
                      <a:lnTo>
                        <a:pt x="11728" y="5056"/>
                      </a:lnTo>
                      <a:lnTo>
                        <a:pt x="8793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8" name="Google Shape;27;p2"/>
                <p:cNvSpPr/>
                <p:nvPr/>
              </p:nvSpPr>
              <p:spPr>
                <a:xfrm>
                  <a:off x="726120" y="2481480"/>
                  <a:ext cx="183960" cy="159480"/>
                </a:xfrm>
                <a:custGeom>
                  <a:avLst/>
                  <a:gdLst/>
                  <a:ahLst/>
                  <a:rect l="l" t="t" r="r" b="b"/>
                  <a:pathLst>
                    <a:path w="11728" h="10172">
                      <a:moveTo>
                        <a:pt x="2934" y="1"/>
                      </a:moveTo>
                      <a:lnTo>
                        <a:pt x="0" y="5056"/>
                      </a:lnTo>
                      <a:lnTo>
                        <a:pt x="2934" y="10171"/>
                      </a:lnTo>
                      <a:lnTo>
                        <a:pt x="8798" y="10171"/>
                      </a:lnTo>
                      <a:lnTo>
                        <a:pt x="11727" y="5056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9" name="Google Shape;28;p2"/>
                <p:cNvSpPr/>
                <p:nvPr/>
              </p:nvSpPr>
              <p:spPr>
                <a:xfrm>
                  <a:off x="503640" y="2592000"/>
                  <a:ext cx="183960" cy="159480"/>
                </a:xfrm>
                <a:custGeom>
                  <a:avLst/>
                  <a:gdLst/>
                  <a:ahLst/>
                  <a:rect l="l" t="t" r="r" b="b"/>
                  <a:pathLst>
                    <a:path w="11728" h="10167">
                      <a:moveTo>
                        <a:pt x="2930" y="1"/>
                      </a:moveTo>
                      <a:lnTo>
                        <a:pt x="1" y="5051"/>
                      </a:lnTo>
                      <a:lnTo>
                        <a:pt x="2930" y="10166"/>
                      </a:lnTo>
                      <a:lnTo>
                        <a:pt x="8794" y="10166"/>
                      </a:lnTo>
                      <a:lnTo>
                        <a:pt x="11728" y="5051"/>
                      </a:lnTo>
                      <a:lnTo>
                        <a:pt x="8794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0" name="Google Shape;29;p2"/>
                <p:cNvSpPr/>
                <p:nvPr/>
              </p:nvSpPr>
              <p:spPr>
                <a:xfrm>
                  <a:off x="1675800" y="495720"/>
                  <a:ext cx="183960" cy="159480"/>
                </a:xfrm>
                <a:custGeom>
                  <a:avLst/>
                  <a:gdLst/>
                  <a:ahLst/>
                  <a:rect l="l" t="t" r="r" b="b"/>
                  <a:pathLst>
                    <a:path w="11729" h="10171">
                      <a:moveTo>
                        <a:pt x="2930" y="0"/>
                      </a:moveTo>
                      <a:lnTo>
                        <a:pt x="1" y="5055"/>
                      </a:lnTo>
                      <a:lnTo>
                        <a:pt x="2930" y="10171"/>
                      </a:lnTo>
                      <a:lnTo>
                        <a:pt x="8794" y="10171"/>
                      </a:lnTo>
                      <a:lnTo>
                        <a:pt x="11728" y="5055"/>
                      </a:lnTo>
                      <a:lnTo>
                        <a:pt x="879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1" name="Google Shape;30;p2"/>
                <p:cNvSpPr/>
                <p:nvPr/>
              </p:nvSpPr>
              <p:spPr>
                <a:xfrm>
                  <a:off x="900360" y="28224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2" name="Google Shape;31;p2"/>
                <p:cNvSpPr/>
                <p:nvPr/>
              </p:nvSpPr>
              <p:spPr>
                <a:xfrm>
                  <a:off x="-79560" y="0"/>
                  <a:ext cx="299520" cy="258480"/>
                </a:xfrm>
                <a:custGeom>
                  <a:avLst/>
                  <a:gdLst/>
                  <a:ahLst/>
                  <a:rect l="l" t="t" r="r" b="b"/>
                  <a:pathLst>
                    <a:path w="19089" h="16469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288" y="1646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3" name="Google Shape;32;p2"/>
                <p:cNvSpPr/>
                <p:nvPr/>
              </p:nvSpPr>
              <p:spPr>
                <a:xfrm>
                  <a:off x="-79560" y="1976760"/>
                  <a:ext cx="299520" cy="258480"/>
                </a:xfrm>
                <a:custGeom>
                  <a:avLst/>
                  <a:gdLst/>
                  <a:ahLst/>
                  <a:rect l="l" t="t" r="r" b="b"/>
                  <a:pathLst>
                    <a:path w="19089" h="16469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4" name="Google Shape;33;p2"/>
                <p:cNvSpPr/>
                <p:nvPr/>
              </p:nvSpPr>
              <p:spPr>
                <a:xfrm>
                  <a:off x="165600" y="1553400"/>
                  <a:ext cx="299520" cy="258480"/>
                </a:xfrm>
                <a:custGeom>
                  <a:avLst/>
                  <a:gdLst/>
                  <a:ahLst/>
                  <a:rect l="l" t="t" r="r" b="b"/>
                  <a:pathLst>
                    <a:path w="19089" h="16469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5" name="Google Shape;34;p2"/>
                <p:cNvSpPr/>
                <p:nvPr/>
              </p:nvSpPr>
              <p:spPr>
                <a:xfrm>
                  <a:off x="165600" y="98784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5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6" name="Google Shape;35;p2"/>
                <p:cNvSpPr/>
                <p:nvPr/>
              </p:nvSpPr>
              <p:spPr>
                <a:xfrm>
                  <a:off x="-79560" y="56448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7" name="Google Shape;36;p2"/>
                <p:cNvSpPr/>
                <p:nvPr/>
              </p:nvSpPr>
              <p:spPr>
                <a:xfrm>
                  <a:off x="410400" y="28224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8" name="Google Shape;37;p2"/>
                <p:cNvSpPr/>
                <p:nvPr/>
              </p:nvSpPr>
              <p:spPr>
                <a:xfrm>
                  <a:off x="-324720" y="141120"/>
                  <a:ext cx="299520" cy="258480"/>
                </a:xfrm>
                <a:custGeom>
                  <a:avLst/>
                  <a:gdLst/>
                  <a:ahLst/>
                  <a:rect l="l" t="t" r="r" b="b"/>
                  <a:pathLst>
                    <a:path w="19089" h="16469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9" name="Google Shape;38;p2"/>
                <p:cNvSpPr/>
                <p:nvPr/>
              </p:nvSpPr>
              <p:spPr>
                <a:xfrm>
                  <a:off x="-79560" y="2259000"/>
                  <a:ext cx="299520" cy="259200"/>
                </a:xfrm>
                <a:custGeom>
                  <a:avLst/>
                  <a:gdLst/>
                  <a:ahLst/>
                  <a:rect l="l" t="t" r="r" b="b"/>
                  <a:pathLst>
                    <a:path w="19089" h="16529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28"/>
                      </a:lnTo>
                      <a:lnTo>
                        <a:pt x="14288" y="1652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0" name="Google Shape;39;p2"/>
                <p:cNvSpPr/>
                <p:nvPr/>
              </p:nvSpPr>
              <p:spPr>
                <a:xfrm>
                  <a:off x="165600" y="1835640"/>
                  <a:ext cx="299520" cy="258480"/>
                </a:xfrm>
                <a:custGeom>
                  <a:avLst/>
                  <a:gdLst/>
                  <a:ahLst/>
                  <a:rect l="l" t="t" r="r" b="b"/>
                  <a:pathLst>
                    <a:path w="19089" h="1647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1" name="Google Shape;40;p2"/>
                <p:cNvSpPr/>
                <p:nvPr/>
              </p:nvSpPr>
              <p:spPr>
                <a:xfrm>
                  <a:off x="-79560" y="1694520"/>
                  <a:ext cx="299520" cy="258480"/>
                </a:xfrm>
                <a:custGeom>
                  <a:avLst/>
                  <a:gdLst/>
                  <a:ahLst/>
                  <a:rect l="l" t="t" r="r" b="b"/>
                  <a:pathLst>
                    <a:path w="19089" h="16469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2" name="Google Shape;41;p2"/>
                <p:cNvSpPr/>
                <p:nvPr/>
              </p:nvSpPr>
              <p:spPr>
                <a:xfrm>
                  <a:off x="655560" y="1553400"/>
                  <a:ext cx="299520" cy="258480"/>
                </a:xfrm>
                <a:custGeom>
                  <a:avLst/>
                  <a:gdLst/>
                  <a:ahLst/>
                  <a:rect l="l" t="t" r="r" b="b"/>
                  <a:pathLst>
                    <a:path w="19089" h="16469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3" name="Google Shape;42;p2"/>
                <p:cNvSpPr/>
                <p:nvPr/>
              </p:nvSpPr>
              <p:spPr>
                <a:xfrm>
                  <a:off x="-79560" y="141120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5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grpSp>
              <p:nvGrpSpPr>
                <p:cNvPr id="34" name="Google Shape;43;p2"/>
                <p:cNvGrpSpPr/>
                <p:nvPr/>
              </p:nvGrpSpPr>
              <p:grpSpPr>
                <a:xfrm>
                  <a:off x="-324720" y="141120"/>
                  <a:ext cx="789840" cy="1953000"/>
                  <a:chOff x="-324720" y="141120"/>
                  <a:chExt cx="789840" cy="1953000"/>
                </a:xfrm>
              </p:grpSpPr>
              <p:sp>
                <p:nvSpPr>
                  <p:cNvPr id="35" name="Google Shape;44;p2"/>
                  <p:cNvSpPr/>
                  <p:nvPr/>
                </p:nvSpPr>
                <p:spPr>
                  <a:xfrm>
                    <a:off x="-324720" y="1835640"/>
                    <a:ext cx="299520" cy="258480"/>
                  </a:xfrm>
                  <a:custGeom>
                    <a:avLst/>
                    <a:gdLst/>
                    <a:ahLst/>
                    <a:rect l="l" t="t" r="r" b="b"/>
                    <a:pathLst>
                      <a:path w="19089" h="16470">
                        <a:moveTo>
                          <a:pt x="4742" y="1"/>
                        </a:moveTo>
                        <a:lnTo>
                          <a:pt x="1" y="8235"/>
                        </a:lnTo>
                        <a:lnTo>
                          <a:pt x="4742" y="16469"/>
                        </a:lnTo>
                        <a:lnTo>
                          <a:pt x="14288" y="16469"/>
                        </a:lnTo>
                        <a:lnTo>
                          <a:pt x="19089" y="8235"/>
                        </a:lnTo>
                        <a:lnTo>
                          <a:pt x="14288" y="1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36" name="Google Shape;45;p2"/>
                  <p:cNvSpPr/>
                  <p:nvPr/>
                </p:nvSpPr>
                <p:spPr>
                  <a:xfrm>
                    <a:off x="-324720" y="423360"/>
                    <a:ext cx="299520" cy="259560"/>
                  </a:xfrm>
                  <a:custGeom>
                    <a:avLst/>
                    <a:gdLst/>
                    <a:ahLst/>
                    <a:rect l="l" t="t" r="r" b="b"/>
                    <a:pathLst>
                      <a:path w="19089" h="16534">
                        <a:moveTo>
                          <a:pt x="4742" y="0"/>
                        </a:moveTo>
                        <a:lnTo>
                          <a:pt x="1" y="8234"/>
                        </a:lnTo>
                        <a:lnTo>
                          <a:pt x="4742" y="16533"/>
                        </a:lnTo>
                        <a:lnTo>
                          <a:pt x="14288" y="16533"/>
                        </a:lnTo>
                        <a:lnTo>
                          <a:pt x="19089" y="8234"/>
                        </a:lnTo>
                        <a:lnTo>
                          <a:pt x="14288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  <p:sp>
                <p:nvSpPr>
                  <p:cNvPr id="37" name="Google Shape;46;p2"/>
                  <p:cNvSpPr/>
                  <p:nvPr/>
                </p:nvSpPr>
                <p:spPr>
                  <a:xfrm>
                    <a:off x="165600" y="141120"/>
                    <a:ext cx="299520" cy="258480"/>
                  </a:xfrm>
                  <a:custGeom>
                    <a:avLst/>
                    <a:gdLst/>
                    <a:ahLst/>
                    <a:rect l="l" t="t" r="r" b="b"/>
                    <a:pathLst>
                      <a:path w="19089" h="16469">
                        <a:moveTo>
                          <a:pt x="4806" y="1"/>
                        </a:moveTo>
                        <a:lnTo>
                          <a:pt x="1" y="8235"/>
                        </a:lnTo>
                        <a:lnTo>
                          <a:pt x="4806" y="16469"/>
                        </a:lnTo>
                        <a:lnTo>
                          <a:pt x="14288" y="16469"/>
                        </a:lnTo>
                        <a:lnTo>
                          <a:pt x="19089" y="8235"/>
                        </a:lnTo>
                        <a:lnTo>
                          <a:pt x="14288" y="1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</p:sp>
            </p:grpSp>
            <p:sp>
              <p:nvSpPr>
                <p:cNvPr id="38" name="Google Shape;47;p2"/>
                <p:cNvSpPr/>
                <p:nvPr/>
              </p:nvSpPr>
              <p:spPr>
                <a:xfrm>
                  <a:off x="165600" y="127008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806" y="0"/>
                      </a:moveTo>
                      <a:lnTo>
                        <a:pt x="1" y="8299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9" name="Google Shape;48;p2"/>
                <p:cNvSpPr/>
                <p:nvPr/>
              </p:nvSpPr>
              <p:spPr>
                <a:xfrm>
                  <a:off x="-79560" y="112896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0" name="Google Shape;49;p2"/>
                <p:cNvSpPr/>
                <p:nvPr/>
              </p:nvSpPr>
              <p:spPr>
                <a:xfrm>
                  <a:off x="-324720" y="127008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742" y="0"/>
                      </a:moveTo>
                      <a:lnTo>
                        <a:pt x="1" y="8299"/>
                      </a:lnTo>
                      <a:lnTo>
                        <a:pt x="4742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1" name="Google Shape;50;p2"/>
                <p:cNvSpPr/>
                <p:nvPr/>
              </p:nvSpPr>
              <p:spPr>
                <a:xfrm>
                  <a:off x="-79560" y="84672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2" name="Google Shape;51;p2"/>
                <p:cNvSpPr/>
                <p:nvPr/>
              </p:nvSpPr>
              <p:spPr>
                <a:xfrm>
                  <a:off x="410400" y="56448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3" name="Google Shape;52;p2"/>
                <p:cNvSpPr/>
                <p:nvPr/>
              </p:nvSpPr>
              <p:spPr>
                <a:xfrm>
                  <a:off x="655560" y="42336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348" y="16533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4" name="Google Shape;53;p2"/>
                <p:cNvSpPr/>
                <p:nvPr/>
              </p:nvSpPr>
              <p:spPr>
                <a:xfrm>
                  <a:off x="165600" y="42336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5" name="Google Shape;54;p2"/>
                <p:cNvSpPr/>
                <p:nvPr/>
              </p:nvSpPr>
              <p:spPr>
                <a:xfrm>
                  <a:off x="410400" y="0"/>
                  <a:ext cx="299520" cy="258480"/>
                </a:xfrm>
                <a:custGeom>
                  <a:avLst/>
                  <a:gdLst/>
                  <a:ahLst/>
                  <a:rect l="l" t="t" r="r" b="b"/>
                  <a:pathLst>
                    <a:path w="19089" h="16469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348" y="16468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46" name="Google Shape;55;p2"/>
            <p:cNvGrpSpPr/>
            <p:nvPr/>
          </p:nvGrpSpPr>
          <p:grpSpPr>
            <a:xfrm>
              <a:off x="6895440" y="2765160"/>
              <a:ext cx="2498400" cy="2732040"/>
              <a:chOff x="6895440" y="2765160"/>
              <a:chExt cx="2498400" cy="2732040"/>
            </a:xfrm>
          </p:grpSpPr>
          <p:sp>
            <p:nvSpPr>
              <p:cNvPr id="47" name="Google Shape;56;p2"/>
              <p:cNvSpPr/>
              <p:nvPr/>
            </p:nvSpPr>
            <p:spPr>
              <a:xfrm>
                <a:off x="7530480" y="5009040"/>
                <a:ext cx="365040" cy="316080"/>
              </a:xfrm>
              <a:custGeom>
                <a:avLst/>
                <a:gdLst/>
                <a:ahLst/>
                <a:rect l="l" t="t" r="r" b="b"/>
                <a:pathLst>
                  <a:path w="19030" h="1647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" name="Google Shape;57;p2"/>
              <p:cNvSpPr/>
              <p:nvPr/>
            </p:nvSpPr>
            <p:spPr>
              <a:xfrm>
                <a:off x="8728200" y="4663800"/>
                <a:ext cx="366120" cy="31572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9" name="Google Shape;58;p2"/>
              <p:cNvSpPr/>
              <p:nvPr/>
            </p:nvSpPr>
            <p:spPr>
              <a:xfrm>
                <a:off x="8728200" y="3627720"/>
                <a:ext cx="366120" cy="31716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0" name="Google Shape;59;p2"/>
              <p:cNvSpPr/>
              <p:nvPr/>
            </p:nvSpPr>
            <p:spPr>
              <a:xfrm>
                <a:off x="8129160" y="3627720"/>
                <a:ext cx="366120" cy="317160"/>
              </a:xfrm>
              <a:custGeom>
                <a:avLst/>
                <a:gdLst/>
                <a:ahLst/>
                <a:rect l="l" t="t" r="r" b="b"/>
                <a:pathLst>
                  <a:path w="19090" h="16534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1" name="Google Shape;60;p2"/>
              <p:cNvSpPr/>
              <p:nvPr/>
            </p:nvSpPr>
            <p:spPr>
              <a:xfrm>
                <a:off x="7655040" y="3984840"/>
                <a:ext cx="225000" cy="195120"/>
              </a:xfrm>
              <a:custGeom>
                <a:avLst/>
                <a:gdLst/>
                <a:ahLst/>
                <a:rect l="l" t="t" r="r" b="b"/>
                <a:pathLst>
                  <a:path w="11728" h="10172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" name="Google Shape;61;p2"/>
              <p:cNvSpPr/>
              <p:nvPr/>
            </p:nvSpPr>
            <p:spPr>
              <a:xfrm>
                <a:off x="6895440" y="4883040"/>
                <a:ext cx="148320" cy="128880"/>
              </a:xfrm>
              <a:custGeom>
                <a:avLst/>
                <a:gdLst/>
                <a:ahLst/>
                <a:rect l="l" t="t" r="r" b="b"/>
                <a:pathLst>
                  <a:path w="7736" h="6738">
                    <a:moveTo>
                      <a:pt x="1937" y="1"/>
                    </a:moveTo>
                    <a:lnTo>
                      <a:pt x="0" y="3369"/>
                    </a:lnTo>
                    <a:lnTo>
                      <a:pt x="1937" y="6738"/>
                    </a:lnTo>
                    <a:lnTo>
                      <a:pt x="5804" y="6738"/>
                    </a:lnTo>
                    <a:lnTo>
                      <a:pt x="7736" y="336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" name="Google Shape;62;p2"/>
              <p:cNvSpPr/>
              <p:nvPr/>
            </p:nvSpPr>
            <p:spPr>
              <a:xfrm>
                <a:off x="8373600" y="3195360"/>
                <a:ext cx="225000" cy="194760"/>
              </a:xfrm>
              <a:custGeom>
                <a:avLst/>
                <a:gdLst/>
                <a:ahLst/>
                <a:rect l="l" t="t" r="r" b="b"/>
                <a:pathLst>
                  <a:path w="11728" h="10167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" name="Google Shape;63;p2"/>
              <p:cNvSpPr/>
              <p:nvPr/>
            </p:nvSpPr>
            <p:spPr>
              <a:xfrm>
                <a:off x="7247520" y="4989600"/>
                <a:ext cx="225000" cy="193680"/>
              </a:xfrm>
              <a:custGeom>
                <a:avLst/>
                <a:gdLst/>
                <a:ahLst/>
                <a:rect l="l" t="t" r="r" b="b"/>
                <a:pathLst>
                  <a:path w="11728" h="10107">
                    <a:moveTo>
                      <a:pt x="2934" y="1"/>
                    </a:moveTo>
                    <a:lnTo>
                      <a:pt x="0" y="5051"/>
                    </a:lnTo>
                    <a:lnTo>
                      <a:pt x="2934" y="10106"/>
                    </a:lnTo>
                    <a:lnTo>
                      <a:pt x="8798" y="1010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5" name="Google Shape;64;p2"/>
              <p:cNvSpPr/>
              <p:nvPr/>
            </p:nvSpPr>
            <p:spPr>
              <a:xfrm>
                <a:off x="9027720" y="2765160"/>
                <a:ext cx="366120" cy="31572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288" y="1646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6" name="Google Shape;65;p2"/>
              <p:cNvSpPr/>
              <p:nvPr/>
            </p:nvSpPr>
            <p:spPr>
              <a:xfrm>
                <a:off x="9027720" y="5181480"/>
                <a:ext cx="366120" cy="31572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7" name="Google Shape;66;p2"/>
              <p:cNvSpPr/>
              <p:nvPr/>
            </p:nvSpPr>
            <p:spPr>
              <a:xfrm>
                <a:off x="8428680" y="4836600"/>
                <a:ext cx="366120" cy="315720"/>
              </a:xfrm>
              <a:custGeom>
                <a:avLst/>
                <a:gdLst/>
                <a:ahLst/>
                <a:rect l="l" t="t" r="r" b="b"/>
                <a:pathLst>
                  <a:path w="19090" h="16469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8" name="Google Shape;67;p2"/>
              <p:cNvSpPr/>
              <p:nvPr/>
            </p:nvSpPr>
            <p:spPr>
              <a:xfrm>
                <a:off x="7530480" y="4663800"/>
                <a:ext cx="365040" cy="315720"/>
              </a:xfrm>
              <a:custGeom>
                <a:avLst/>
                <a:gdLst/>
                <a:ahLst/>
                <a:rect l="l" t="t" r="r" b="b"/>
                <a:pathLst>
                  <a:path w="19030" h="16469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" name="Google Shape;68;p2"/>
              <p:cNvSpPr/>
              <p:nvPr/>
            </p:nvSpPr>
            <p:spPr>
              <a:xfrm>
                <a:off x="8428680" y="4145040"/>
                <a:ext cx="366120" cy="317160"/>
              </a:xfrm>
              <a:custGeom>
                <a:avLst/>
                <a:gdLst/>
                <a:ahLst/>
                <a:rect l="l" t="t" r="r" b="b"/>
                <a:pathLst>
                  <a:path w="19090" h="16534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0" name="Google Shape;69;p2"/>
              <p:cNvSpPr/>
              <p:nvPr/>
            </p:nvSpPr>
            <p:spPr>
              <a:xfrm>
                <a:off x="9027720" y="3455280"/>
                <a:ext cx="366120" cy="31716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1" name="Google Shape;70;p2"/>
              <p:cNvSpPr/>
              <p:nvPr/>
            </p:nvSpPr>
            <p:spPr>
              <a:xfrm>
                <a:off x="8728200" y="2937600"/>
                <a:ext cx="366120" cy="31572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2" name="Google Shape;71;p2"/>
              <p:cNvSpPr/>
              <p:nvPr/>
            </p:nvSpPr>
            <p:spPr>
              <a:xfrm>
                <a:off x="7829640" y="5181480"/>
                <a:ext cx="365040" cy="315720"/>
              </a:xfrm>
              <a:custGeom>
                <a:avLst/>
                <a:gdLst/>
                <a:ahLst/>
                <a:rect l="l" t="t" r="r" b="b"/>
                <a:pathLst>
                  <a:path w="19030" h="16469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3" name="Google Shape;72;p2"/>
              <p:cNvSpPr/>
              <p:nvPr/>
            </p:nvSpPr>
            <p:spPr>
              <a:xfrm>
                <a:off x="8728200" y="5009040"/>
                <a:ext cx="366120" cy="316080"/>
              </a:xfrm>
              <a:custGeom>
                <a:avLst/>
                <a:gdLst/>
                <a:ahLst/>
                <a:rect l="l" t="t" r="r" b="b"/>
                <a:pathLst>
                  <a:path w="19089" h="1647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4" name="Google Shape;73;p2"/>
              <p:cNvSpPr/>
              <p:nvPr/>
            </p:nvSpPr>
            <p:spPr>
              <a:xfrm>
                <a:off x="8728200" y="3282840"/>
                <a:ext cx="366120" cy="31716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5" name="Google Shape;74;p2"/>
              <p:cNvSpPr/>
              <p:nvPr/>
            </p:nvSpPr>
            <p:spPr>
              <a:xfrm>
                <a:off x="8428680" y="5181480"/>
                <a:ext cx="366120" cy="315720"/>
              </a:xfrm>
              <a:custGeom>
                <a:avLst/>
                <a:gdLst/>
                <a:ahLst/>
                <a:rect l="l" t="t" r="r" b="b"/>
                <a:pathLst>
                  <a:path w="19090" h="16469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6" name="Google Shape;75;p2"/>
              <p:cNvSpPr/>
              <p:nvPr/>
            </p:nvSpPr>
            <p:spPr>
              <a:xfrm>
                <a:off x="9027720" y="4836600"/>
                <a:ext cx="366120" cy="31572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7" name="Google Shape;76;p2"/>
              <p:cNvSpPr/>
              <p:nvPr/>
            </p:nvSpPr>
            <p:spPr>
              <a:xfrm>
                <a:off x="8129160" y="5009040"/>
                <a:ext cx="366120" cy="316080"/>
              </a:xfrm>
              <a:custGeom>
                <a:avLst/>
                <a:gdLst/>
                <a:ahLst/>
                <a:rect l="l" t="t" r="r" b="b"/>
                <a:pathLst>
                  <a:path w="19090" h="1647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8" name="Google Shape;77;p2"/>
              <p:cNvSpPr/>
              <p:nvPr/>
            </p:nvSpPr>
            <p:spPr>
              <a:xfrm>
                <a:off x="9027720" y="4490280"/>
                <a:ext cx="366120" cy="317160"/>
              </a:xfrm>
              <a:custGeom>
                <a:avLst/>
                <a:gdLst/>
                <a:ahLst/>
                <a:rect l="l" t="t" r="r" b="b"/>
                <a:pathLst>
                  <a:path w="19089" h="16535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9" name="Google Shape;78;p2"/>
              <p:cNvSpPr/>
              <p:nvPr/>
            </p:nvSpPr>
            <p:spPr>
              <a:xfrm>
                <a:off x="8428680" y="4490280"/>
                <a:ext cx="366120" cy="317160"/>
              </a:xfrm>
              <a:custGeom>
                <a:avLst/>
                <a:gdLst/>
                <a:ahLst/>
                <a:rect l="l" t="t" r="r" b="b"/>
                <a:pathLst>
                  <a:path w="19090" h="16535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0" name="Google Shape;79;p2"/>
              <p:cNvSpPr/>
              <p:nvPr/>
            </p:nvSpPr>
            <p:spPr>
              <a:xfrm>
                <a:off x="8129160" y="4663800"/>
                <a:ext cx="366120" cy="315720"/>
              </a:xfrm>
              <a:custGeom>
                <a:avLst/>
                <a:gdLst/>
                <a:ahLst/>
                <a:rect l="l" t="t" r="r" b="b"/>
                <a:pathLst>
                  <a:path w="19090" h="16469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1" name="Google Shape;80;p2"/>
              <p:cNvSpPr/>
              <p:nvPr/>
            </p:nvSpPr>
            <p:spPr>
              <a:xfrm>
                <a:off x="7829640" y="4490280"/>
                <a:ext cx="365040" cy="317160"/>
              </a:xfrm>
              <a:custGeom>
                <a:avLst/>
                <a:gdLst/>
                <a:ahLst/>
                <a:rect l="l" t="t" r="r" b="b"/>
                <a:pathLst>
                  <a:path w="19030" h="16535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" name="Google Shape;81;p2"/>
              <p:cNvSpPr/>
              <p:nvPr/>
            </p:nvSpPr>
            <p:spPr>
              <a:xfrm>
                <a:off x="9027720" y="4145040"/>
                <a:ext cx="366120" cy="31716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3" name="Google Shape;82;p2"/>
              <p:cNvSpPr/>
              <p:nvPr/>
            </p:nvSpPr>
            <p:spPr>
              <a:xfrm>
                <a:off x="8728200" y="4317840"/>
                <a:ext cx="366120" cy="31716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4" name="Google Shape;83;p2"/>
              <p:cNvSpPr/>
              <p:nvPr/>
            </p:nvSpPr>
            <p:spPr>
              <a:xfrm>
                <a:off x="9027720" y="3800160"/>
                <a:ext cx="366120" cy="31716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5" name="Google Shape;84;p2"/>
              <p:cNvSpPr/>
              <p:nvPr/>
            </p:nvSpPr>
            <p:spPr>
              <a:xfrm>
                <a:off x="8428680" y="3800160"/>
                <a:ext cx="366120" cy="317160"/>
              </a:xfrm>
              <a:custGeom>
                <a:avLst/>
                <a:gdLst/>
                <a:ahLst/>
                <a:rect l="l" t="t" r="r" b="b"/>
                <a:pathLst>
                  <a:path w="19090" h="16534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6" name="Google Shape;85;p2"/>
              <p:cNvSpPr/>
              <p:nvPr/>
            </p:nvSpPr>
            <p:spPr>
              <a:xfrm>
                <a:off x="8129160" y="3972600"/>
                <a:ext cx="366120" cy="317160"/>
              </a:xfrm>
              <a:custGeom>
                <a:avLst/>
                <a:gdLst/>
                <a:ahLst/>
                <a:rect l="l" t="t" r="r" b="b"/>
                <a:pathLst>
                  <a:path w="19090" h="16535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77" name="Google Shape;86;p2"/>
            <p:cNvGrpSpPr/>
            <p:nvPr/>
          </p:nvGrpSpPr>
          <p:grpSpPr>
            <a:xfrm>
              <a:off x="-374400" y="3971520"/>
              <a:ext cx="2941560" cy="3110040"/>
              <a:chOff x="-374400" y="3971520"/>
              <a:chExt cx="2941560" cy="3110040"/>
            </a:xfrm>
          </p:grpSpPr>
          <p:grpSp>
            <p:nvGrpSpPr>
              <p:cNvPr id="78" name="Google Shape;87;p2"/>
              <p:cNvGrpSpPr/>
              <p:nvPr/>
            </p:nvGrpSpPr>
            <p:grpSpPr>
              <a:xfrm>
                <a:off x="-374400" y="3971520"/>
                <a:ext cx="2941560" cy="3110040"/>
                <a:chOff x="-374400" y="3971520"/>
                <a:chExt cx="2941560" cy="3110040"/>
              </a:xfrm>
            </p:grpSpPr>
            <p:sp>
              <p:nvSpPr>
                <p:cNvPr id="79" name="Google Shape;88;p2"/>
                <p:cNvSpPr/>
                <p:nvPr/>
              </p:nvSpPr>
              <p:spPr>
                <a:xfrm rot="16200000">
                  <a:off x="2288160" y="6197040"/>
                  <a:ext cx="298440" cy="259200"/>
                </a:xfrm>
                <a:custGeom>
                  <a:avLst/>
                  <a:gdLst/>
                  <a:ahLst/>
                  <a:rect l="l" t="t" r="r" b="b"/>
                  <a:pathLst>
                    <a:path w="19030" h="16529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28"/>
                      </a:lnTo>
                      <a:lnTo>
                        <a:pt x="14288" y="16528"/>
                      </a:lnTo>
                      <a:lnTo>
                        <a:pt x="1902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80" name="Google Shape;89;p2"/>
                <p:cNvSpPr/>
                <p:nvPr/>
              </p:nvSpPr>
              <p:spPr>
                <a:xfrm rot="16200000">
                  <a:off x="2288160" y="6687000"/>
                  <a:ext cx="298440" cy="259200"/>
                </a:xfrm>
                <a:custGeom>
                  <a:avLst/>
                  <a:gdLst/>
                  <a:ahLst/>
                  <a:rect l="l" t="t" r="r" b="b"/>
                  <a:pathLst>
                    <a:path w="19030" h="16529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28"/>
                      </a:lnTo>
                      <a:lnTo>
                        <a:pt x="14288" y="16528"/>
                      </a:lnTo>
                      <a:lnTo>
                        <a:pt x="1902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81" name="Google Shape;90;p2"/>
                <p:cNvSpPr/>
                <p:nvPr/>
              </p:nvSpPr>
              <p:spPr>
                <a:xfrm rot="16200000">
                  <a:off x="2005200" y="5216400"/>
                  <a:ext cx="299520" cy="259200"/>
                </a:xfrm>
                <a:custGeom>
                  <a:avLst/>
                  <a:gdLst/>
                  <a:ahLst/>
                  <a:rect l="l" t="t" r="r" b="b"/>
                  <a:pathLst>
                    <a:path w="19089" h="16529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529"/>
                      </a:lnTo>
                      <a:lnTo>
                        <a:pt x="14288" y="1652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82" name="Google Shape;91;p2"/>
                <p:cNvSpPr/>
                <p:nvPr/>
              </p:nvSpPr>
              <p:spPr>
                <a:xfrm rot="16200000">
                  <a:off x="1723320" y="6687360"/>
                  <a:ext cx="298440" cy="258480"/>
                </a:xfrm>
                <a:custGeom>
                  <a:avLst/>
                  <a:gdLst/>
                  <a:ahLst/>
                  <a:rect l="l" t="t" r="r" b="b"/>
                  <a:pathLst>
                    <a:path w="19030" h="16469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83" name="Google Shape;92;p2"/>
                <p:cNvSpPr/>
                <p:nvPr/>
              </p:nvSpPr>
              <p:spPr>
                <a:xfrm rot="16200000">
                  <a:off x="1299600" y="4482000"/>
                  <a:ext cx="299520" cy="258480"/>
                </a:xfrm>
                <a:custGeom>
                  <a:avLst/>
                  <a:gdLst/>
                  <a:ahLst/>
                  <a:rect l="l" t="t" r="r" b="b"/>
                  <a:pathLst>
                    <a:path w="19089" h="16469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84" name="Google Shape;93;p2"/>
                <p:cNvSpPr/>
                <p:nvPr/>
              </p:nvSpPr>
              <p:spPr>
                <a:xfrm rot="16200000">
                  <a:off x="1441080" y="6197400"/>
                  <a:ext cx="298440" cy="258480"/>
                </a:xfrm>
                <a:custGeom>
                  <a:avLst/>
                  <a:gdLst/>
                  <a:ahLst/>
                  <a:rect l="l" t="t" r="r" b="b"/>
                  <a:pathLst>
                    <a:path w="19030" h="1647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85" name="Google Shape;94;p2"/>
                <p:cNvSpPr/>
                <p:nvPr/>
              </p:nvSpPr>
              <p:spPr>
                <a:xfrm rot="16200000">
                  <a:off x="1158480" y="5216760"/>
                  <a:ext cx="299520" cy="258480"/>
                </a:xfrm>
                <a:custGeom>
                  <a:avLst/>
                  <a:gdLst/>
                  <a:ahLst/>
                  <a:rect l="l" t="t" r="r" b="b"/>
                  <a:pathLst>
                    <a:path w="19089" h="16469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86" name="Google Shape;95;p2"/>
                <p:cNvSpPr/>
                <p:nvPr/>
              </p:nvSpPr>
              <p:spPr>
                <a:xfrm rot="16200000">
                  <a:off x="734400" y="448128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300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87" name="Google Shape;96;p2"/>
                <p:cNvSpPr/>
                <p:nvPr/>
              </p:nvSpPr>
              <p:spPr>
                <a:xfrm rot="16200000">
                  <a:off x="311040" y="521604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88" name="Google Shape;97;p2"/>
                <p:cNvSpPr/>
                <p:nvPr/>
              </p:nvSpPr>
              <p:spPr>
                <a:xfrm rot="16200000">
                  <a:off x="311040" y="570600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90" h="16534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89" name="Google Shape;98;p2"/>
                <p:cNvSpPr/>
                <p:nvPr/>
              </p:nvSpPr>
              <p:spPr>
                <a:xfrm rot="16200000">
                  <a:off x="610920" y="6202080"/>
                  <a:ext cx="183960" cy="159480"/>
                </a:xfrm>
                <a:custGeom>
                  <a:avLst/>
                  <a:gdLst/>
                  <a:ahLst/>
                  <a:rect l="l" t="t" r="r" b="b"/>
                  <a:pathLst>
                    <a:path w="11728" h="10172">
                      <a:moveTo>
                        <a:pt x="2935" y="1"/>
                      </a:moveTo>
                      <a:lnTo>
                        <a:pt x="0" y="5116"/>
                      </a:lnTo>
                      <a:lnTo>
                        <a:pt x="2935" y="10171"/>
                      </a:lnTo>
                      <a:lnTo>
                        <a:pt x="8798" y="10171"/>
                      </a:lnTo>
                      <a:lnTo>
                        <a:pt x="11728" y="5116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90" name="Google Shape;99;p2"/>
                <p:cNvSpPr/>
                <p:nvPr/>
              </p:nvSpPr>
              <p:spPr>
                <a:xfrm rot="16200000">
                  <a:off x="914040" y="6662160"/>
                  <a:ext cx="185040" cy="159480"/>
                </a:xfrm>
                <a:custGeom>
                  <a:avLst/>
                  <a:gdLst/>
                  <a:ahLst/>
                  <a:rect l="l" t="t" r="r" b="b"/>
                  <a:pathLst>
                    <a:path w="11794" h="10171">
                      <a:moveTo>
                        <a:pt x="2935" y="0"/>
                      </a:moveTo>
                      <a:lnTo>
                        <a:pt x="1" y="5056"/>
                      </a:lnTo>
                      <a:lnTo>
                        <a:pt x="2935" y="10171"/>
                      </a:lnTo>
                      <a:lnTo>
                        <a:pt x="8859" y="10171"/>
                      </a:lnTo>
                      <a:lnTo>
                        <a:pt x="11793" y="5056"/>
                      </a:lnTo>
                      <a:lnTo>
                        <a:pt x="8859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91" name="Google Shape;100;p2"/>
                <p:cNvSpPr/>
                <p:nvPr/>
              </p:nvSpPr>
              <p:spPr>
                <a:xfrm rot="16200000">
                  <a:off x="7920" y="6629400"/>
                  <a:ext cx="121320" cy="104400"/>
                </a:xfrm>
                <a:custGeom>
                  <a:avLst/>
                  <a:gdLst/>
                  <a:ahLst/>
                  <a:rect l="l" t="t" r="r" b="b"/>
                  <a:pathLst>
                    <a:path w="7736" h="6673">
                      <a:moveTo>
                        <a:pt x="1937" y="0"/>
                      </a:moveTo>
                      <a:lnTo>
                        <a:pt x="0" y="3304"/>
                      </a:lnTo>
                      <a:lnTo>
                        <a:pt x="1937" y="6672"/>
                      </a:lnTo>
                      <a:lnTo>
                        <a:pt x="5804" y="6672"/>
                      </a:lnTo>
                      <a:lnTo>
                        <a:pt x="7736" y="3304"/>
                      </a:lnTo>
                      <a:lnTo>
                        <a:pt x="580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92" name="Google Shape;101;p2"/>
                <p:cNvSpPr/>
                <p:nvPr/>
              </p:nvSpPr>
              <p:spPr>
                <a:xfrm rot="16200000">
                  <a:off x="1350360" y="6881760"/>
                  <a:ext cx="121320" cy="105480"/>
                </a:xfrm>
                <a:custGeom>
                  <a:avLst/>
                  <a:gdLst/>
                  <a:ahLst/>
                  <a:rect l="l" t="t" r="r" b="b"/>
                  <a:pathLst>
                    <a:path w="7736" h="6738">
                      <a:moveTo>
                        <a:pt x="1937" y="1"/>
                      </a:moveTo>
                      <a:lnTo>
                        <a:pt x="0" y="3369"/>
                      </a:lnTo>
                      <a:lnTo>
                        <a:pt x="1937" y="6738"/>
                      </a:lnTo>
                      <a:lnTo>
                        <a:pt x="5804" y="6738"/>
                      </a:lnTo>
                      <a:lnTo>
                        <a:pt x="7736" y="3369"/>
                      </a:lnTo>
                      <a:lnTo>
                        <a:pt x="5804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93" name="Google Shape;102;p2"/>
                <p:cNvSpPr/>
                <p:nvPr/>
              </p:nvSpPr>
              <p:spPr>
                <a:xfrm rot="16200000">
                  <a:off x="-34560" y="5614200"/>
                  <a:ext cx="183960" cy="159480"/>
                </a:xfrm>
                <a:custGeom>
                  <a:avLst/>
                  <a:gdLst/>
                  <a:ahLst/>
                  <a:rect l="l" t="t" r="r" b="b"/>
                  <a:pathLst>
                    <a:path w="11728" h="10167">
                      <a:moveTo>
                        <a:pt x="2935" y="1"/>
                      </a:moveTo>
                      <a:lnTo>
                        <a:pt x="0" y="5051"/>
                      </a:lnTo>
                      <a:lnTo>
                        <a:pt x="2935" y="10166"/>
                      </a:lnTo>
                      <a:lnTo>
                        <a:pt x="8798" y="10166"/>
                      </a:lnTo>
                      <a:lnTo>
                        <a:pt x="11728" y="5051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94" name="Google Shape;103;p2"/>
                <p:cNvSpPr/>
                <p:nvPr/>
              </p:nvSpPr>
              <p:spPr>
                <a:xfrm rot="16200000">
                  <a:off x="1432440" y="6535800"/>
                  <a:ext cx="183960" cy="158400"/>
                </a:xfrm>
                <a:custGeom>
                  <a:avLst/>
                  <a:gdLst/>
                  <a:ahLst/>
                  <a:rect l="l" t="t" r="r" b="b"/>
                  <a:pathLst>
                    <a:path w="11728" h="10107">
                      <a:moveTo>
                        <a:pt x="2934" y="1"/>
                      </a:moveTo>
                      <a:lnTo>
                        <a:pt x="0" y="5051"/>
                      </a:lnTo>
                      <a:lnTo>
                        <a:pt x="2934" y="10106"/>
                      </a:lnTo>
                      <a:lnTo>
                        <a:pt x="8798" y="10106"/>
                      </a:lnTo>
                      <a:lnTo>
                        <a:pt x="11728" y="5051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95" name="Google Shape;104;p2"/>
                <p:cNvSpPr/>
                <p:nvPr/>
              </p:nvSpPr>
              <p:spPr>
                <a:xfrm rot="16200000">
                  <a:off x="484200" y="4260240"/>
                  <a:ext cx="183960" cy="159480"/>
                </a:xfrm>
                <a:custGeom>
                  <a:avLst/>
                  <a:gdLst/>
                  <a:ahLst/>
                  <a:rect l="l" t="t" r="r" b="b"/>
                  <a:pathLst>
                    <a:path w="11728" h="10171">
                      <a:moveTo>
                        <a:pt x="2930" y="0"/>
                      </a:moveTo>
                      <a:lnTo>
                        <a:pt x="0" y="5115"/>
                      </a:lnTo>
                      <a:lnTo>
                        <a:pt x="2930" y="10171"/>
                      </a:lnTo>
                      <a:lnTo>
                        <a:pt x="8793" y="10171"/>
                      </a:lnTo>
                      <a:lnTo>
                        <a:pt x="11728" y="5115"/>
                      </a:lnTo>
                      <a:lnTo>
                        <a:pt x="8793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96" name="Google Shape;105;p2"/>
                <p:cNvSpPr/>
                <p:nvPr/>
              </p:nvSpPr>
              <p:spPr>
                <a:xfrm rot="16200000">
                  <a:off x="223200" y="6115320"/>
                  <a:ext cx="185040" cy="159480"/>
                </a:xfrm>
                <a:custGeom>
                  <a:avLst/>
                  <a:gdLst/>
                  <a:ahLst/>
                  <a:rect l="l" t="t" r="r" b="b"/>
                  <a:pathLst>
                    <a:path w="11794" h="10166">
                      <a:moveTo>
                        <a:pt x="2935" y="0"/>
                      </a:moveTo>
                      <a:lnTo>
                        <a:pt x="1" y="5115"/>
                      </a:lnTo>
                      <a:lnTo>
                        <a:pt x="2935" y="10166"/>
                      </a:lnTo>
                      <a:lnTo>
                        <a:pt x="8799" y="10166"/>
                      </a:lnTo>
                      <a:lnTo>
                        <a:pt x="11793" y="5115"/>
                      </a:lnTo>
                      <a:lnTo>
                        <a:pt x="8799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97" name="Google Shape;106;p2"/>
                <p:cNvSpPr/>
                <p:nvPr/>
              </p:nvSpPr>
              <p:spPr>
                <a:xfrm rot="16200000">
                  <a:off x="2049480" y="6909840"/>
                  <a:ext cx="183960" cy="159480"/>
                </a:xfrm>
                <a:custGeom>
                  <a:avLst/>
                  <a:gdLst/>
                  <a:ahLst/>
                  <a:rect l="l" t="t" r="r" b="b"/>
                  <a:pathLst>
                    <a:path w="11728" h="10171">
                      <a:moveTo>
                        <a:pt x="2934" y="0"/>
                      </a:moveTo>
                      <a:lnTo>
                        <a:pt x="0" y="5115"/>
                      </a:lnTo>
                      <a:lnTo>
                        <a:pt x="2934" y="10171"/>
                      </a:lnTo>
                      <a:lnTo>
                        <a:pt x="8798" y="10171"/>
                      </a:lnTo>
                      <a:lnTo>
                        <a:pt x="11727" y="5115"/>
                      </a:lnTo>
                      <a:lnTo>
                        <a:pt x="879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98" name="Google Shape;107;p2"/>
                <p:cNvSpPr/>
                <p:nvPr/>
              </p:nvSpPr>
              <p:spPr>
                <a:xfrm rot="16200000">
                  <a:off x="-379800" y="5942520"/>
                  <a:ext cx="183960" cy="159480"/>
                </a:xfrm>
                <a:custGeom>
                  <a:avLst/>
                  <a:gdLst/>
                  <a:ahLst/>
                  <a:rect l="l" t="t" r="r" b="b"/>
                  <a:pathLst>
                    <a:path w="11728" h="10166">
                      <a:moveTo>
                        <a:pt x="2930" y="0"/>
                      </a:moveTo>
                      <a:lnTo>
                        <a:pt x="0" y="5050"/>
                      </a:lnTo>
                      <a:lnTo>
                        <a:pt x="2930" y="10166"/>
                      </a:lnTo>
                      <a:lnTo>
                        <a:pt x="8794" y="10166"/>
                      </a:lnTo>
                      <a:lnTo>
                        <a:pt x="11728" y="5050"/>
                      </a:lnTo>
                      <a:lnTo>
                        <a:pt x="879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99" name="Google Shape;108;p2"/>
                <p:cNvSpPr/>
                <p:nvPr/>
              </p:nvSpPr>
              <p:spPr>
                <a:xfrm rot="16200000">
                  <a:off x="-111960" y="399132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0" name="Google Shape;109;p2"/>
                <p:cNvSpPr/>
                <p:nvPr/>
              </p:nvSpPr>
              <p:spPr>
                <a:xfrm rot="16200000">
                  <a:off x="-394920" y="4971960"/>
                  <a:ext cx="299520" cy="258480"/>
                </a:xfrm>
                <a:custGeom>
                  <a:avLst/>
                  <a:gdLst/>
                  <a:ahLst/>
                  <a:rect l="l" t="t" r="r" b="b"/>
                  <a:pathLst>
                    <a:path w="19089" h="16469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288" y="1646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grpSp>
            <p:nvGrpSpPr>
              <p:cNvPr id="101" name="Google Shape;110;p2"/>
              <p:cNvGrpSpPr/>
              <p:nvPr/>
            </p:nvGrpSpPr>
            <p:grpSpPr>
              <a:xfrm>
                <a:off x="-374400" y="4216320"/>
                <a:ext cx="2658960" cy="2259720"/>
                <a:chOff x="-374400" y="4216320"/>
                <a:chExt cx="2658960" cy="2259720"/>
              </a:xfrm>
            </p:grpSpPr>
            <p:sp>
              <p:nvSpPr>
                <p:cNvPr id="102" name="Google Shape;111;p2"/>
                <p:cNvSpPr/>
                <p:nvPr/>
              </p:nvSpPr>
              <p:spPr>
                <a:xfrm rot="16200000">
                  <a:off x="1864440" y="4971600"/>
                  <a:ext cx="299520" cy="259200"/>
                </a:xfrm>
                <a:custGeom>
                  <a:avLst/>
                  <a:gdLst/>
                  <a:ahLst/>
                  <a:rect l="l" t="t" r="r" b="b"/>
                  <a:pathLst>
                    <a:path w="19089" h="16529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28"/>
                      </a:lnTo>
                      <a:lnTo>
                        <a:pt x="14288" y="1652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3" name="Google Shape;112;p2"/>
                <p:cNvSpPr/>
                <p:nvPr/>
              </p:nvSpPr>
              <p:spPr>
                <a:xfrm rot="16200000">
                  <a:off x="2005200" y="5706360"/>
                  <a:ext cx="299520" cy="259200"/>
                </a:xfrm>
                <a:custGeom>
                  <a:avLst/>
                  <a:gdLst/>
                  <a:ahLst/>
                  <a:rect l="l" t="t" r="r" b="b"/>
                  <a:pathLst>
                    <a:path w="19090" h="16529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529"/>
                      </a:lnTo>
                      <a:lnTo>
                        <a:pt x="14288" y="1652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4" name="Google Shape;113;p2"/>
                <p:cNvSpPr/>
                <p:nvPr/>
              </p:nvSpPr>
              <p:spPr>
                <a:xfrm rot="16200000">
                  <a:off x="1581840" y="5461920"/>
                  <a:ext cx="299520" cy="258480"/>
                </a:xfrm>
                <a:custGeom>
                  <a:avLst/>
                  <a:gdLst/>
                  <a:ahLst/>
                  <a:rect l="l" t="t" r="r" b="b"/>
                  <a:pathLst>
                    <a:path w="19090" h="16469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5" name="Google Shape;114;p2"/>
                <p:cNvSpPr/>
                <p:nvPr/>
              </p:nvSpPr>
              <p:spPr>
                <a:xfrm rot="16200000">
                  <a:off x="1723320" y="6197400"/>
                  <a:ext cx="298440" cy="258480"/>
                </a:xfrm>
                <a:custGeom>
                  <a:avLst/>
                  <a:gdLst/>
                  <a:ahLst/>
                  <a:rect l="l" t="t" r="r" b="b"/>
                  <a:pathLst>
                    <a:path w="19030" h="16469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6" name="Google Shape;115;p2"/>
                <p:cNvSpPr/>
                <p:nvPr/>
              </p:nvSpPr>
              <p:spPr>
                <a:xfrm rot="16200000">
                  <a:off x="1299600" y="4971960"/>
                  <a:ext cx="299520" cy="258480"/>
                </a:xfrm>
                <a:custGeom>
                  <a:avLst/>
                  <a:gdLst/>
                  <a:ahLst/>
                  <a:rect l="l" t="t" r="r" b="b"/>
                  <a:pathLst>
                    <a:path w="19089" h="16469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7" name="Google Shape;116;p2"/>
                <p:cNvSpPr/>
                <p:nvPr/>
              </p:nvSpPr>
              <p:spPr>
                <a:xfrm rot="16200000">
                  <a:off x="1440360" y="5706720"/>
                  <a:ext cx="299520" cy="258480"/>
                </a:xfrm>
                <a:custGeom>
                  <a:avLst/>
                  <a:gdLst/>
                  <a:ahLst/>
                  <a:rect l="l" t="t" r="r" b="b"/>
                  <a:pathLst>
                    <a:path w="19090" h="1647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8" name="Google Shape;117;p2"/>
                <p:cNvSpPr/>
                <p:nvPr/>
              </p:nvSpPr>
              <p:spPr>
                <a:xfrm rot="16200000">
                  <a:off x="1158480" y="4236840"/>
                  <a:ext cx="299520" cy="258480"/>
                </a:xfrm>
                <a:custGeom>
                  <a:avLst/>
                  <a:gdLst/>
                  <a:ahLst/>
                  <a:rect l="l" t="t" r="r" b="b"/>
                  <a:pathLst>
                    <a:path w="19089" h="16469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9" name="Google Shape;118;p2"/>
                <p:cNvSpPr/>
                <p:nvPr/>
              </p:nvSpPr>
              <p:spPr>
                <a:xfrm rot="16200000">
                  <a:off x="1016640" y="497124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5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0" name="Google Shape;119;p2"/>
                <p:cNvSpPr/>
                <p:nvPr/>
              </p:nvSpPr>
              <p:spPr>
                <a:xfrm rot="16200000">
                  <a:off x="1016640" y="546120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90" h="16535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1" name="Google Shape;120;p2"/>
                <p:cNvSpPr/>
                <p:nvPr/>
              </p:nvSpPr>
              <p:spPr>
                <a:xfrm rot="16200000">
                  <a:off x="1158480" y="5706720"/>
                  <a:ext cx="299520" cy="258480"/>
                </a:xfrm>
                <a:custGeom>
                  <a:avLst/>
                  <a:gdLst/>
                  <a:ahLst/>
                  <a:rect l="l" t="t" r="r" b="b"/>
                  <a:pathLst>
                    <a:path w="19090" h="16469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2" name="Google Shape;121;p2"/>
                <p:cNvSpPr/>
                <p:nvPr/>
              </p:nvSpPr>
              <p:spPr>
                <a:xfrm rot="16200000">
                  <a:off x="1017360" y="5951880"/>
                  <a:ext cx="298440" cy="259560"/>
                </a:xfrm>
                <a:custGeom>
                  <a:avLst/>
                  <a:gdLst/>
                  <a:ahLst/>
                  <a:rect l="l" t="t" r="r" b="b"/>
                  <a:pathLst>
                    <a:path w="19030" h="16535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2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3" name="Google Shape;122;p2"/>
                <p:cNvSpPr/>
                <p:nvPr/>
              </p:nvSpPr>
              <p:spPr>
                <a:xfrm rot="16200000">
                  <a:off x="875520" y="472608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806" y="0"/>
                      </a:moveTo>
                      <a:lnTo>
                        <a:pt x="1" y="8299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4" name="Google Shape;123;p2"/>
                <p:cNvSpPr/>
                <p:nvPr/>
              </p:nvSpPr>
              <p:spPr>
                <a:xfrm rot="16200000">
                  <a:off x="734400" y="497124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5" name="Google Shape;124;p2"/>
                <p:cNvSpPr/>
                <p:nvPr/>
              </p:nvSpPr>
              <p:spPr>
                <a:xfrm rot="16200000">
                  <a:off x="875520" y="521604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742" y="0"/>
                      </a:moveTo>
                      <a:lnTo>
                        <a:pt x="1" y="8299"/>
                      </a:lnTo>
                      <a:lnTo>
                        <a:pt x="4742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6" name="Google Shape;125;p2"/>
                <p:cNvSpPr/>
                <p:nvPr/>
              </p:nvSpPr>
              <p:spPr>
                <a:xfrm rot="16200000">
                  <a:off x="452160" y="497124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7" name="Google Shape;126;p2"/>
                <p:cNvSpPr/>
                <p:nvPr/>
              </p:nvSpPr>
              <p:spPr>
                <a:xfrm rot="16200000">
                  <a:off x="452160" y="546120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90" h="16534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8" name="Google Shape;127;p2"/>
                <p:cNvSpPr/>
                <p:nvPr/>
              </p:nvSpPr>
              <p:spPr>
                <a:xfrm rot="16200000">
                  <a:off x="593280" y="570600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90" h="16535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9" name="Google Shape;128;p2"/>
                <p:cNvSpPr/>
                <p:nvPr/>
              </p:nvSpPr>
              <p:spPr>
                <a:xfrm rot="16200000">
                  <a:off x="169920" y="448128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20" name="Google Shape;129;p2"/>
                <p:cNvSpPr/>
                <p:nvPr/>
              </p:nvSpPr>
              <p:spPr>
                <a:xfrm rot="16200000">
                  <a:off x="28800" y="423612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348" y="16533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21" name="Google Shape;130;p2"/>
                <p:cNvSpPr/>
                <p:nvPr/>
              </p:nvSpPr>
              <p:spPr>
                <a:xfrm rot="16200000">
                  <a:off x="28800" y="4726080"/>
                  <a:ext cx="299520" cy="259560"/>
                </a:xfrm>
                <a:custGeom>
                  <a:avLst/>
                  <a:gdLst/>
                  <a:ahLst/>
                  <a:rect l="l" t="t" r="r" b="b"/>
                  <a:pathLst>
                    <a:path w="19089" h="16534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22" name="Google Shape;131;p2"/>
                <p:cNvSpPr/>
                <p:nvPr/>
              </p:nvSpPr>
              <p:spPr>
                <a:xfrm rot="16200000">
                  <a:off x="-394920" y="4482000"/>
                  <a:ext cx="299520" cy="258480"/>
                </a:xfrm>
                <a:custGeom>
                  <a:avLst/>
                  <a:gdLst/>
                  <a:ahLst/>
                  <a:rect l="l" t="t" r="r" b="b"/>
                  <a:pathLst>
                    <a:path w="19089" h="16469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348" y="16468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</p:grpSp>
        <p:grpSp>
          <p:nvGrpSpPr>
            <p:cNvPr id="123" name="Google Shape;132;p2"/>
            <p:cNvGrpSpPr/>
            <p:nvPr/>
          </p:nvGrpSpPr>
          <p:grpSpPr>
            <a:xfrm>
              <a:off x="7508520" y="-126000"/>
              <a:ext cx="1878120" cy="1451160"/>
              <a:chOff x="7508520" y="-126000"/>
              <a:chExt cx="1878120" cy="1451160"/>
            </a:xfrm>
          </p:grpSpPr>
          <p:sp>
            <p:nvSpPr>
              <p:cNvPr id="124" name="Google Shape;133;p2"/>
              <p:cNvSpPr/>
              <p:nvPr/>
            </p:nvSpPr>
            <p:spPr>
              <a:xfrm rot="16200000">
                <a:off x="9107640" y="-105480"/>
                <a:ext cx="299520" cy="25848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5" name="Google Shape;134;p2"/>
              <p:cNvSpPr/>
              <p:nvPr/>
            </p:nvSpPr>
            <p:spPr>
              <a:xfrm rot="16200000">
                <a:off x="8260200" y="-105840"/>
                <a:ext cx="299520" cy="25956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6" name="Google Shape;135;p2"/>
              <p:cNvSpPr/>
              <p:nvPr/>
            </p:nvSpPr>
            <p:spPr>
              <a:xfrm rot="16200000">
                <a:off x="8260200" y="383760"/>
                <a:ext cx="299520" cy="259560"/>
              </a:xfrm>
              <a:custGeom>
                <a:avLst/>
                <a:gdLst/>
                <a:ahLst/>
                <a:rect l="l" t="t" r="r" b="b"/>
                <a:pathLst>
                  <a:path w="19090" h="16534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7" name="Google Shape;136;p2"/>
              <p:cNvSpPr/>
              <p:nvPr/>
            </p:nvSpPr>
            <p:spPr>
              <a:xfrm rot="16200000">
                <a:off x="8560080" y="879840"/>
                <a:ext cx="183960" cy="159480"/>
              </a:xfrm>
              <a:custGeom>
                <a:avLst/>
                <a:gdLst/>
                <a:ahLst/>
                <a:rect l="l" t="t" r="r" b="b"/>
                <a:pathLst>
                  <a:path w="11728" h="10172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8" name="Google Shape;137;p2"/>
              <p:cNvSpPr/>
              <p:nvPr/>
            </p:nvSpPr>
            <p:spPr>
              <a:xfrm rot="16200000">
                <a:off x="7499880" y="163800"/>
                <a:ext cx="121320" cy="104400"/>
              </a:xfrm>
              <a:custGeom>
                <a:avLst/>
                <a:gdLst/>
                <a:ahLst/>
                <a:rect l="l" t="t" r="r" b="b"/>
                <a:pathLst>
                  <a:path w="7736" h="6673">
                    <a:moveTo>
                      <a:pt x="1937" y="0"/>
                    </a:moveTo>
                    <a:lnTo>
                      <a:pt x="0" y="3304"/>
                    </a:lnTo>
                    <a:lnTo>
                      <a:pt x="1937" y="6672"/>
                    </a:lnTo>
                    <a:lnTo>
                      <a:pt x="5804" y="6672"/>
                    </a:lnTo>
                    <a:lnTo>
                      <a:pt x="7736" y="3304"/>
                    </a:lnTo>
                    <a:lnTo>
                      <a:pt x="580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9" name="Google Shape;138;p2"/>
              <p:cNvSpPr/>
              <p:nvPr/>
            </p:nvSpPr>
            <p:spPr>
              <a:xfrm rot="16200000">
                <a:off x="7914240" y="291960"/>
                <a:ext cx="183960" cy="159480"/>
              </a:xfrm>
              <a:custGeom>
                <a:avLst/>
                <a:gdLst/>
                <a:ahLst/>
                <a:rect l="l" t="t" r="r" b="b"/>
                <a:pathLst>
                  <a:path w="11728" h="10167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0" name="Google Shape;139;p2"/>
              <p:cNvSpPr/>
              <p:nvPr/>
            </p:nvSpPr>
            <p:spPr>
              <a:xfrm rot="16200000">
                <a:off x="8172360" y="792720"/>
                <a:ext cx="185040" cy="159480"/>
              </a:xfrm>
              <a:custGeom>
                <a:avLst/>
                <a:gdLst/>
                <a:ahLst/>
                <a:rect l="l" t="t" r="r" b="b"/>
                <a:pathLst>
                  <a:path w="11794" h="10166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1" name="Google Shape;140;p2"/>
              <p:cNvSpPr/>
              <p:nvPr/>
            </p:nvSpPr>
            <p:spPr>
              <a:xfrm rot="16200000">
                <a:off x="9017280" y="1153440"/>
                <a:ext cx="183960" cy="159480"/>
              </a:xfrm>
              <a:custGeom>
                <a:avLst/>
                <a:gdLst/>
                <a:ahLst/>
                <a:rect l="l" t="t" r="r" b="b"/>
                <a:pathLst>
                  <a:path w="11728" h="10166">
                    <a:moveTo>
                      <a:pt x="2930" y="0"/>
                    </a:moveTo>
                    <a:lnTo>
                      <a:pt x="0" y="5050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0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2" name="Google Shape;141;p2"/>
              <p:cNvSpPr/>
              <p:nvPr/>
            </p:nvSpPr>
            <p:spPr>
              <a:xfrm rot="16200000">
                <a:off x="8965800" y="138600"/>
                <a:ext cx="299520" cy="259560"/>
              </a:xfrm>
              <a:custGeom>
                <a:avLst/>
                <a:gdLst/>
                <a:ahLst/>
                <a:rect l="l" t="t" r="r" b="b"/>
                <a:pathLst>
                  <a:path w="19090" h="16535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3" name="Google Shape;142;p2"/>
              <p:cNvSpPr/>
              <p:nvPr/>
            </p:nvSpPr>
            <p:spPr>
              <a:xfrm rot="16200000">
                <a:off x="9107640" y="384480"/>
                <a:ext cx="299520" cy="258480"/>
              </a:xfrm>
              <a:custGeom>
                <a:avLst/>
                <a:gdLst/>
                <a:ahLst/>
                <a:rect l="l" t="t" r="r" b="b"/>
                <a:pathLst>
                  <a:path w="19090" h="16469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4" name="Google Shape;143;p2"/>
              <p:cNvSpPr/>
              <p:nvPr/>
            </p:nvSpPr>
            <p:spPr>
              <a:xfrm rot="16200000">
                <a:off x="8966520" y="629280"/>
                <a:ext cx="298440" cy="259560"/>
              </a:xfrm>
              <a:custGeom>
                <a:avLst/>
                <a:gdLst/>
                <a:ahLst/>
                <a:rect l="l" t="t" r="r" b="b"/>
                <a:pathLst>
                  <a:path w="19030" h="16535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5" name="Google Shape;144;p2"/>
              <p:cNvSpPr/>
              <p:nvPr/>
            </p:nvSpPr>
            <p:spPr>
              <a:xfrm rot="16200000">
                <a:off x="8824680" y="-105840"/>
                <a:ext cx="299520" cy="25956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6" name="Google Shape;145;p2"/>
              <p:cNvSpPr/>
              <p:nvPr/>
            </p:nvSpPr>
            <p:spPr>
              <a:xfrm rot="16200000">
                <a:off x="8401320" y="138600"/>
                <a:ext cx="299520" cy="259560"/>
              </a:xfrm>
              <a:custGeom>
                <a:avLst/>
                <a:gdLst/>
                <a:ahLst/>
                <a:rect l="l" t="t" r="r" b="b"/>
                <a:pathLst>
                  <a:path w="19090" h="16534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7" name="Google Shape;146;p2"/>
              <p:cNvSpPr/>
              <p:nvPr/>
            </p:nvSpPr>
            <p:spPr>
              <a:xfrm rot="16200000">
                <a:off x="8542440" y="383760"/>
                <a:ext cx="299520" cy="259560"/>
              </a:xfrm>
              <a:custGeom>
                <a:avLst/>
                <a:gdLst/>
                <a:ahLst/>
                <a:rect l="l" t="t" r="r" b="b"/>
                <a:pathLst>
                  <a:path w="19090" h="16535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765080" y="1513440"/>
            <a:ext cx="5613120" cy="1602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9" name="Google Shape;149;p2"/>
          <p:cNvGrpSpPr/>
          <p:nvPr/>
        </p:nvGrpSpPr>
        <p:grpSpPr>
          <a:xfrm>
            <a:off x="-1342440" y="-932040"/>
            <a:ext cx="10570320" cy="6075000"/>
            <a:chOff x="-1342440" y="-932040"/>
            <a:chExt cx="10570320" cy="6075000"/>
          </a:xfrm>
        </p:grpSpPr>
        <p:pic>
          <p:nvPicPr>
            <p:cNvPr id="140" name="Google Shape;150;p2" descr=""/>
            <p:cNvPicPr/>
            <p:nvPr/>
          </p:nvPicPr>
          <p:blipFill>
            <a:blip r:embed="rId2"/>
            <a:srcRect l="0" t="0" r="0" b="27088"/>
            <a:stretch/>
          </p:blipFill>
          <p:spPr>
            <a:xfrm rot="20614800">
              <a:off x="7802640" y="4016520"/>
              <a:ext cx="1316520" cy="9597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1" name="Google Shape;151;p2" descr=""/>
            <p:cNvPicPr/>
            <p:nvPr/>
          </p:nvPicPr>
          <p:blipFill>
            <a:blip r:embed="rId3"/>
            <a:srcRect l="0" t="13841" r="0" b="16239"/>
            <a:stretch/>
          </p:blipFill>
          <p:spPr>
            <a:xfrm rot="18561000">
              <a:off x="-1058400" y="-90720"/>
              <a:ext cx="3250440" cy="22723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e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21240" y="1274400"/>
            <a:ext cx="3706560" cy="16246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1075320" y="991080"/>
            <a:ext cx="3189240" cy="3160800"/>
          </a:xfrm>
          <a:prstGeom prst="rect">
            <a:avLst/>
          </a:prstGeom>
          <a:noFill/>
          <a:ln w="38160">
            <a:solidFill>
              <a:srgbClr val="ffffff"/>
            </a:solidFill>
            <a:round/>
          </a:ln>
        </p:spPr>
        <p:txBody>
          <a:bodyPr lIns="90000" rIns="90000" tIns="45000" bIns="45000" anchor="t">
            <a:normAutofit fontScale="74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1" name="Google Shape;935;p18"/>
          <p:cNvGrpSpPr/>
          <p:nvPr/>
        </p:nvGrpSpPr>
        <p:grpSpPr>
          <a:xfrm>
            <a:off x="-320400" y="495360"/>
            <a:ext cx="9723960" cy="2855880"/>
            <a:chOff x="-320400" y="495360"/>
            <a:chExt cx="9723960" cy="2855880"/>
          </a:xfrm>
        </p:grpSpPr>
        <p:grpSp>
          <p:nvGrpSpPr>
            <p:cNvPr id="182" name="Google Shape;936;p18"/>
            <p:cNvGrpSpPr/>
            <p:nvPr/>
          </p:nvGrpSpPr>
          <p:grpSpPr>
            <a:xfrm>
              <a:off x="8414640" y="1416600"/>
              <a:ext cx="988920" cy="1934640"/>
              <a:chOff x="8414640" y="1416600"/>
              <a:chExt cx="988920" cy="1934640"/>
            </a:xfrm>
          </p:grpSpPr>
          <p:sp>
            <p:nvSpPr>
              <p:cNvPr id="183" name="Google Shape;937;p18"/>
              <p:cNvSpPr/>
              <p:nvPr/>
            </p:nvSpPr>
            <p:spPr>
              <a:xfrm rot="16200000">
                <a:off x="9072360" y="2612160"/>
                <a:ext cx="287640" cy="24912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5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4" name="Google Shape;938;p18"/>
              <p:cNvSpPr/>
              <p:nvPr/>
            </p:nvSpPr>
            <p:spPr>
              <a:xfrm rot="16200000">
                <a:off x="8920080" y="3082680"/>
                <a:ext cx="287640" cy="249120"/>
              </a:xfrm>
              <a:custGeom>
                <a:avLst/>
                <a:gdLst/>
                <a:ahLst/>
                <a:rect l="l" t="t" r="r" b="b"/>
                <a:pathLst>
                  <a:path w="19090" h="16534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5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5" name="Google Shape;939;p18"/>
              <p:cNvSpPr/>
              <p:nvPr/>
            </p:nvSpPr>
            <p:spPr>
              <a:xfrm rot="16200000">
                <a:off x="9238680" y="1694160"/>
                <a:ext cx="176400" cy="153000"/>
              </a:xfrm>
              <a:custGeom>
                <a:avLst/>
                <a:gdLst/>
                <a:ahLst/>
                <a:rect l="l" t="t" r="r" b="b"/>
                <a:pathLst>
                  <a:path w="11728" h="10171">
                    <a:moveTo>
                      <a:pt x="2930" y="0"/>
                    </a:moveTo>
                    <a:lnTo>
                      <a:pt x="0" y="5115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115"/>
                    </a:lnTo>
                    <a:lnTo>
                      <a:pt x="8793" y="0"/>
                    </a:lnTo>
                    <a:close/>
                  </a:path>
                </a:pathLst>
              </a:custGeom>
              <a:solidFill>
                <a:srgbClr val="f8f8f8">
                  <a:alpha val="5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6" name="Google Shape;940;p18"/>
              <p:cNvSpPr/>
              <p:nvPr/>
            </p:nvSpPr>
            <p:spPr>
              <a:xfrm rot="16200000">
                <a:off x="8665920" y="1435680"/>
                <a:ext cx="287640" cy="24912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8f8f8">
                  <a:alpha val="5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7" name="Google Shape;941;p18"/>
              <p:cNvSpPr/>
              <p:nvPr/>
            </p:nvSpPr>
            <p:spPr>
              <a:xfrm rot="16200000">
                <a:off x="8937000" y="2376720"/>
                <a:ext cx="287640" cy="24912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4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8" name="Google Shape;942;p18"/>
              <p:cNvSpPr/>
              <p:nvPr/>
            </p:nvSpPr>
            <p:spPr>
              <a:xfrm rot="16200000">
                <a:off x="8665920" y="1906200"/>
                <a:ext cx="287640" cy="24912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8f8f8">
                  <a:alpha val="4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9" name="Google Shape;943;p18"/>
              <p:cNvSpPr/>
              <p:nvPr/>
            </p:nvSpPr>
            <p:spPr>
              <a:xfrm rot="16200000">
                <a:off x="8801640" y="2612160"/>
                <a:ext cx="287640" cy="24912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0" name="Google Shape;944;p18"/>
              <p:cNvSpPr/>
              <p:nvPr/>
            </p:nvSpPr>
            <p:spPr>
              <a:xfrm rot="16200000">
                <a:off x="8530200" y="2142360"/>
                <a:ext cx="287640" cy="24804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1" name="Google Shape;945;p18"/>
              <p:cNvSpPr/>
              <p:nvPr/>
            </p:nvSpPr>
            <p:spPr>
              <a:xfrm rot="16200000">
                <a:off x="8937000" y="1906200"/>
                <a:ext cx="287640" cy="24912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2" name="Google Shape;946;p18"/>
              <p:cNvSpPr/>
              <p:nvPr/>
            </p:nvSpPr>
            <p:spPr>
              <a:xfrm rot="16200000">
                <a:off x="8801640" y="1671120"/>
                <a:ext cx="287640" cy="24912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3" name="Google Shape;947;p18"/>
              <p:cNvSpPr/>
              <p:nvPr/>
            </p:nvSpPr>
            <p:spPr>
              <a:xfrm rot="16200000">
                <a:off x="8801640" y="2141640"/>
                <a:ext cx="287640" cy="24912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4" name="Google Shape;948;p18"/>
              <p:cNvSpPr/>
              <p:nvPr/>
            </p:nvSpPr>
            <p:spPr>
              <a:xfrm rot="16200000">
                <a:off x="8394840" y="1906920"/>
                <a:ext cx="287640" cy="24804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348" y="16468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95" name="Google Shape;949;p18"/>
            <p:cNvGrpSpPr/>
            <p:nvPr/>
          </p:nvGrpSpPr>
          <p:grpSpPr>
            <a:xfrm>
              <a:off x="-320400" y="495360"/>
              <a:ext cx="1033200" cy="2264040"/>
              <a:chOff x="-320400" y="495360"/>
              <a:chExt cx="1033200" cy="2264040"/>
            </a:xfrm>
          </p:grpSpPr>
          <p:sp>
            <p:nvSpPr>
              <p:cNvPr id="196" name="Google Shape;950;p18"/>
              <p:cNvSpPr/>
              <p:nvPr/>
            </p:nvSpPr>
            <p:spPr>
              <a:xfrm flipV="1" rot="5400000">
                <a:off x="452160" y="1429920"/>
                <a:ext cx="279720" cy="24120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7" name="Google Shape;951;p18"/>
              <p:cNvSpPr/>
              <p:nvPr/>
            </p:nvSpPr>
            <p:spPr>
              <a:xfrm flipV="1" rot="5400000">
                <a:off x="298800" y="2498400"/>
                <a:ext cx="279720" cy="241200"/>
              </a:xfrm>
              <a:custGeom>
                <a:avLst/>
                <a:gdLst/>
                <a:ahLst/>
                <a:rect l="l" t="t" r="r" b="b"/>
                <a:pathLst>
                  <a:path w="19090" h="1647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8" name="Google Shape;952;p18"/>
              <p:cNvSpPr/>
              <p:nvPr/>
            </p:nvSpPr>
            <p:spPr>
              <a:xfrm flipV="1" rot="5400000">
                <a:off x="254520" y="1888920"/>
                <a:ext cx="279720" cy="24120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9" name="Google Shape;953;p18"/>
              <p:cNvSpPr/>
              <p:nvPr/>
            </p:nvSpPr>
            <p:spPr>
              <a:xfrm flipV="1" rot="5400000">
                <a:off x="188280" y="1429560"/>
                <a:ext cx="279720" cy="242280"/>
              </a:xfrm>
              <a:custGeom>
                <a:avLst/>
                <a:gdLst/>
                <a:ahLst/>
                <a:rect l="l" t="t" r="r" b="b"/>
                <a:pathLst>
                  <a:path w="19089" h="16535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0" name="Google Shape;954;p18"/>
              <p:cNvSpPr/>
              <p:nvPr/>
            </p:nvSpPr>
            <p:spPr>
              <a:xfrm flipV="1" rot="5400000">
                <a:off x="188280" y="972000"/>
                <a:ext cx="279720" cy="242280"/>
              </a:xfrm>
              <a:custGeom>
                <a:avLst/>
                <a:gdLst/>
                <a:ahLst/>
                <a:rect l="l" t="t" r="r" b="b"/>
                <a:pathLst>
                  <a:path w="19090" h="16535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1" name="Google Shape;955;p18"/>
              <p:cNvSpPr/>
              <p:nvPr/>
            </p:nvSpPr>
            <p:spPr>
              <a:xfrm flipV="1" rot="5400000">
                <a:off x="320400" y="743400"/>
                <a:ext cx="279720" cy="241200"/>
              </a:xfrm>
              <a:custGeom>
                <a:avLst/>
                <a:gdLst/>
                <a:ahLst/>
                <a:rect l="l" t="t" r="r" b="b"/>
                <a:pathLst>
                  <a:path w="19090" h="16469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2" name="Google Shape;956;p18"/>
              <p:cNvSpPr/>
              <p:nvPr/>
            </p:nvSpPr>
            <p:spPr>
              <a:xfrm flipV="1" rot="5400000">
                <a:off x="188640" y="513360"/>
                <a:ext cx="279000" cy="242280"/>
              </a:xfrm>
              <a:custGeom>
                <a:avLst/>
                <a:gdLst/>
                <a:ahLst/>
                <a:rect l="l" t="t" r="r" b="b"/>
                <a:pathLst>
                  <a:path w="19030" h="16535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3" name="Google Shape;957;p18"/>
              <p:cNvSpPr/>
              <p:nvPr/>
            </p:nvSpPr>
            <p:spPr>
              <a:xfrm flipV="1" rot="5400000">
                <a:off x="56520" y="1658520"/>
                <a:ext cx="279720" cy="24228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4" name="Google Shape;958;p18"/>
              <p:cNvSpPr/>
              <p:nvPr/>
            </p:nvSpPr>
            <p:spPr>
              <a:xfrm flipV="1" rot="5400000">
                <a:off x="-75600" y="1429560"/>
                <a:ext cx="279720" cy="24228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5" name="Google Shape;959;p18"/>
              <p:cNvSpPr/>
              <p:nvPr/>
            </p:nvSpPr>
            <p:spPr>
              <a:xfrm flipV="1" rot="5400000">
                <a:off x="56520" y="1200600"/>
                <a:ext cx="279720" cy="24228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6" name="Google Shape;960;p18"/>
              <p:cNvSpPr/>
              <p:nvPr/>
            </p:nvSpPr>
            <p:spPr>
              <a:xfrm flipV="1" rot="5400000">
                <a:off x="-339120" y="1429560"/>
                <a:ext cx="279720" cy="24228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7" name="Google Shape;961;p18"/>
              <p:cNvSpPr/>
              <p:nvPr/>
            </p:nvSpPr>
            <p:spPr>
              <a:xfrm flipV="1" rot="5400000">
                <a:off x="-339120" y="972000"/>
                <a:ext cx="279720" cy="242280"/>
              </a:xfrm>
              <a:custGeom>
                <a:avLst/>
                <a:gdLst/>
                <a:ahLst/>
                <a:rect l="l" t="t" r="r" b="b"/>
                <a:pathLst>
                  <a:path w="19090" h="16534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8" name="Google Shape;962;p18"/>
              <p:cNvSpPr/>
              <p:nvPr/>
            </p:nvSpPr>
            <p:spPr>
              <a:xfrm flipV="1" rot="5400000">
                <a:off x="56520" y="743040"/>
                <a:ext cx="279720" cy="242280"/>
              </a:xfrm>
              <a:custGeom>
                <a:avLst/>
                <a:gdLst/>
                <a:ahLst/>
                <a:rect l="l" t="t" r="r" b="b"/>
                <a:pathLst>
                  <a:path w="19090" h="16535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9" name="Google Shape;963;p18"/>
              <p:cNvSpPr/>
              <p:nvPr/>
            </p:nvSpPr>
            <p:spPr>
              <a:xfrm flipV="1" rot="5400000">
                <a:off x="-207360" y="2286360"/>
                <a:ext cx="279720" cy="24228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0" name="Google Shape;964;p18"/>
              <p:cNvSpPr/>
              <p:nvPr/>
            </p:nvSpPr>
            <p:spPr>
              <a:xfrm flipV="1" rot="5400000">
                <a:off x="-207360" y="1828440"/>
                <a:ext cx="279720" cy="24228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11" name="Google Shape;965;p18"/>
          <p:cNvGrpSpPr/>
          <p:nvPr/>
        </p:nvGrpSpPr>
        <p:grpSpPr>
          <a:xfrm>
            <a:off x="-1412640" y="-723960"/>
            <a:ext cx="11408400" cy="3205080"/>
            <a:chOff x="-1412640" y="-723960"/>
            <a:chExt cx="11408400" cy="3205080"/>
          </a:xfrm>
        </p:grpSpPr>
        <p:pic>
          <p:nvPicPr>
            <p:cNvPr id="212" name="Google Shape;966;p18" descr=""/>
            <p:cNvPicPr/>
            <p:nvPr/>
          </p:nvPicPr>
          <p:blipFill>
            <a:blip r:embed="rId2"/>
            <a:srcRect l="0" t="13841" r="0" b="16239"/>
            <a:stretch/>
          </p:blipFill>
          <p:spPr>
            <a:xfrm rot="18333000">
              <a:off x="-1215000" y="-39600"/>
              <a:ext cx="2626920" cy="1836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13" name="Google Shape;967;p18" descr=""/>
            <p:cNvPicPr/>
            <p:nvPr/>
          </p:nvPicPr>
          <p:blipFill>
            <a:blip r:embed="rId3"/>
            <a:srcRect l="0" t="0" r="29609" b="0"/>
            <a:stretch/>
          </p:blipFill>
          <p:spPr>
            <a:xfrm rot="7842000">
              <a:off x="8617320" y="872280"/>
              <a:ext cx="1010160" cy="1434960"/>
            </a:xfrm>
            <a:prstGeom prst="rect">
              <a:avLst/>
            </a:prstGeom>
            <a:ln w="0">
              <a:noFill/>
            </a:ln>
          </p:spPr>
        </p:pic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ce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745;p14"/>
          <p:cNvGrpSpPr/>
          <p:nvPr/>
        </p:nvGrpSpPr>
        <p:grpSpPr>
          <a:xfrm>
            <a:off x="-124200" y="-357480"/>
            <a:ext cx="9603000" cy="5473080"/>
            <a:chOff x="-124200" y="-357480"/>
            <a:chExt cx="9603000" cy="5473080"/>
          </a:xfrm>
        </p:grpSpPr>
        <p:grpSp>
          <p:nvGrpSpPr>
            <p:cNvPr id="251" name="Google Shape;746;p14"/>
            <p:cNvGrpSpPr/>
            <p:nvPr/>
          </p:nvGrpSpPr>
          <p:grpSpPr>
            <a:xfrm>
              <a:off x="8000640" y="1111680"/>
              <a:ext cx="1478160" cy="4003920"/>
              <a:chOff x="8000640" y="1111680"/>
              <a:chExt cx="1478160" cy="4003920"/>
            </a:xfrm>
          </p:grpSpPr>
          <p:sp>
            <p:nvSpPr>
              <p:cNvPr id="252" name="Google Shape;747;p14"/>
              <p:cNvSpPr/>
              <p:nvPr/>
            </p:nvSpPr>
            <p:spPr>
              <a:xfrm flipH="1" rot="5400000">
                <a:off x="8451360" y="3907800"/>
                <a:ext cx="312480" cy="27072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3" name="Google Shape;748;p14"/>
              <p:cNvSpPr/>
              <p:nvPr/>
            </p:nvSpPr>
            <p:spPr>
              <a:xfrm flipH="1" rot="5400000">
                <a:off x="8451360" y="4419360"/>
                <a:ext cx="312480" cy="270720"/>
              </a:xfrm>
              <a:custGeom>
                <a:avLst/>
                <a:gdLst/>
                <a:ahLst/>
                <a:rect l="l" t="t" r="r" b="b"/>
                <a:pathLst>
                  <a:path w="19090" h="16534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4" name="Google Shape;749;p14"/>
              <p:cNvSpPr/>
              <p:nvPr/>
            </p:nvSpPr>
            <p:spPr>
              <a:xfrm flipH="1" rot="5400000">
                <a:off x="8258760" y="4936320"/>
                <a:ext cx="191880" cy="166320"/>
              </a:xfrm>
              <a:custGeom>
                <a:avLst/>
                <a:gdLst/>
                <a:ahLst/>
                <a:rect l="l" t="t" r="r" b="b"/>
                <a:pathLst>
                  <a:path w="11728" h="10172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5" name="Google Shape;750;p14"/>
              <p:cNvSpPr/>
              <p:nvPr/>
            </p:nvSpPr>
            <p:spPr>
              <a:xfrm flipH="1" rot="5400000">
                <a:off x="8619120" y="2616840"/>
                <a:ext cx="125640" cy="109080"/>
              </a:xfrm>
              <a:custGeom>
                <a:avLst/>
                <a:gdLst/>
                <a:ahLst/>
                <a:rect l="l" t="t" r="r" b="b"/>
                <a:pathLst>
                  <a:path w="7676" h="6673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6" name="Google Shape;751;p14"/>
              <p:cNvSpPr/>
              <p:nvPr/>
            </p:nvSpPr>
            <p:spPr>
              <a:xfrm flipH="1" rot="5400000">
                <a:off x="8618760" y="1120320"/>
                <a:ext cx="126360" cy="109080"/>
              </a:xfrm>
              <a:custGeom>
                <a:avLst/>
                <a:gdLst/>
                <a:ahLst/>
                <a:rect l="l" t="t" r="r" b="b"/>
                <a:pathLst>
                  <a:path w="7736" h="6678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7" name="Google Shape;752;p14"/>
              <p:cNvSpPr/>
              <p:nvPr/>
            </p:nvSpPr>
            <p:spPr>
              <a:xfrm flipH="1" rot="5400000">
                <a:off x="9064440" y="1560960"/>
                <a:ext cx="126360" cy="109080"/>
              </a:xfrm>
              <a:custGeom>
                <a:avLst/>
                <a:gdLst/>
                <a:ahLst/>
                <a:rect l="l" t="t" r="r" b="b"/>
                <a:pathLst>
                  <a:path w="7737" h="6679">
                    <a:moveTo>
                      <a:pt x="1932" y="1"/>
                    </a:moveTo>
                    <a:lnTo>
                      <a:pt x="1" y="3369"/>
                    </a:lnTo>
                    <a:lnTo>
                      <a:pt x="1932" y="6678"/>
                    </a:lnTo>
                    <a:lnTo>
                      <a:pt x="5800" y="6678"/>
                    </a:lnTo>
                    <a:lnTo>
                      <a:pt x="7736" y="3369"/>
                    </a:lnTo>
                    <a:lnTo>
                      <a:pt x="5800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8" name="Google Shape;753;p14"/>
              <p:cNvSpPr/>
              <p:nvPr/>
            </p:nvSpPr>
            <p:spPr>
              <a:xfrm flipH="1" rot="5400000">
                <a:off x="8932680" y="4322880"/>
                <a:ext cx="191880" cy="166320"/>
              </a:xfrm>
              <a:custGeom>
                <a:avLst/>
                <a:gdLst/>
                <a:ahLst/>
                <a:rect l="l" t="t" r="r" b="b"/>
                <a:pathLst>
                  <a:path w="11728" h="10167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9" name="Google Shape;754;p14"/>
              <p:cNvSpPr/>
              <p:nvPr/>
            </p:nvSpPr>
            <p:spPr>
              <a:xfrm flipH="1" rot="5400000">
                <a:off x="8910360" y="2232360"/>
                <a:ext cx="192960" cy="166320"/>
              </a:xfrm>
              <a:custGeom>
                <a:avLst/>
                <a:gdLst/>
                <a:ahLst/>
                <a:rect l="l" t="t" r="r" b="b"/>
                <a:pathLst>
                  <a:path w="11793" h="10167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0" name="Google Shape;755;p14"/>
              <p:cNvSpPr/>
              <p:nvPr/>
            </p:nvSpPr>
            <p:spPr>
              <a:xfrm flipH="1" rot="5400000">
                <a:off x="8662320" y="4845960"/>
                <a:ext cx="192960" cy="166320"/>
              </a:xfrm>
              <a:custGeom>
                <a:avLst/>
                <a:gdLst/>
                <a:ahLst/>
                <a:rect l="l" t="t" r="r" b="b"/>
                <a:pathLst>
                  <a:path w="11794" h="10166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1" name="Google Shape;756;p14"/>
              <p:cNvSpPr/>
              <p:nvPr/>
            </p:nvSpPr>
            <p:spPr>
              <a:xfrm flipH="1" rot="5400000">
                <a:off x="9032400" y="4723920"/>
                <a:ext cx="191880" cy="166320"/>
              </a:xfrm>
              <a:custGeom>
                <a:avLst/>
                <a:gdLst/>
                <a:ahLst/>
                <a:rect l="l" t="t" r="r" b="b"/>
                <a:pathLst>
                  <a:path w="11728" h="10166">
                    <a:moveTo>
                      <a:pt x="2930" y="0"/>
                    </a:moveTo>
                    <a:lnTo>
                      <a:pt x="0" y="5050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0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2" name="Google Shape;757;p14"/>
              <p:cNvSpPr/>
              <p:nvPr/>
            </p:nvSpPr>
            <p:spPr>
              <a:xfrm flipH="1" rot="5400000">
                <a:off x="8623440" y="1871640"/>
                <a:ext cx="191880" cy="166320"/>
              </a:xfrm>
              <a:custGeom>
                <a:avLst/>
                <a:gdLst/>
                <a:ahLst/>
                <a:rect l="l" t="t" r="r" b="b"/>
                <a:pathLst>
                  <a:path w="11729" h="10171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3" name="Google Shape;758;p14"/>
              <p:cNvSpPr/>
              <p:nvPr/>
            </p:nvSpPr>
            <p:spPr>
              <a:xfrm flipH="1" rot="5400000">
                <a:off x="8893080" y="2629800"/>
                <a:ext cx="312480" cy="27072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4" name="Google Shape;759;p14"/>
              <p:cNvSpPr/>
              <p:nvPr/>
            </p:nvSpPr>
            <p:spPr>
              <a:xfrm flipH="1" rot="5400000">
                <a:off x="9187200" y="3652560"/>
                <a:ext cx="312480" cy="26964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288" y="1646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5" name="Google Shape;760;p14"/>
              <p:cNvSpPr/>
              <p:nvPr/>
            </p:nvSpPr>
            <p:spPr>
              <a:xfrm flipH="1" rot="5400000">
                <a:off x="7979760" y="4671720"/>
                <a:ext cx="312480" cy="270720"/>
              </a:xfrm>
              <a:custGeom>
                <a:avLst/>
                <a:gdLst/>
                <a:ahLst/>
                <a:rect l="l" t="t" r="r" b="b"/>
                <a:pathLst>
                  <a:path w="19089" h="16535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6" name="Google Shape;761;p14"/>
              <p:cNvSpPr/>
              <p:nvPr/>
            </p:nvSpPr>
            <p:spPr>
              <a:xfrm flipH="1" rot="5400000">
                <a:off x="8598600" y="3652200"/>
                <a:ext cx="312480" cy="27072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7" name="Google Shape;762;p14"/>
              <p:cNvSpPr/>
              <p:nvPr/>
            </p:nvSpPr>
            <p:spPr>
              <a:xfrm flipH="1" rot="5400000">
                <a:off x="8893080" y="3141000"/>
                <a:ext cx="312480" cy="27072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8" name="Google Shape;763;p14"/>
              <p:cNvSpPr/>
              <p:nvPr/>
            </p:nvSpPr>
            <p:spPr>
              <a:xfrm flipH="1" rot="5400000">
                <a:off x="9039960" y="3908160"/>
                <a:ext cx="312480" cy="26964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9" name="Google Shape;764;p14"/>
              <p:cNvSpPr/>
              <p:nvPr/>
            </p:nvSpPr>
            <p:spPr>
              <a:xfrm flipH="1" rot="5400000">
                <a:off x="8745840" y="3907800"/>
                <a:ext cx="312480" cy="27072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0" name="Google Shape;765;p14"/>
              <p:cNvSpPr/>
              <p:nvPr/>
            </p:nvSpPr>
            <p:spPr>
              <a:xfrm flipH="1" rot="5400000">
                <a:off x="9039960" y="3396960"/>
                <a:ext cx="312480" cy="26964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1" name="Google Shape;766;p14"/>
              <p:cNvSpPr/>
              <p:nvPr/>
            </p:nvSpPr>
            <p:spPr>
              <a:xfrm flipH="1" rot="5400000">
                <a:off x="8304120" y="3652200"/>
                <a:ext cx="312480" cy="27072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2" name="Google Shape;767;p14"/>
              <p:cNvSpPr/>
              <p:nvPr/>
            </p:nvSpPr>
            <p:spPr>
              <a:xfrm flipH="1" rot="5400000">
                <a:off x="8304120" y="4163400"/>
                <a:ext cx="312480" cy="270720"/>
              </a:xfrm>
              <a:custGeom>
                <a:avLst/>
                <a:gdLst/>
                <a:ahLst/>
                <a:rect l="l" t="t" r="r" b="b"/>
                <a:pathLst>
                  <a:path w="19090" h="16534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3" name="Google Shape;768;p14"/>
              <p:cNvSpPr/>
              <p:nvPr/>
            </p:nvSpPr>
            <p:spPr>
              <a:xfrm flipH="1" rot="5400000">
                <a:off x="8156520" y="4419360"/>
                <a:ext cx="312480" cy="270720"/>
              </a:xfrm>
              <a:custGeom>
                <a:avLst/>
                <a:gdLst/>
                <a:ahLst/>
                <a:rect l="l" t="t" r="r" b="b"/>
                <a:pathLst>
                  <a:path w="19090" h="16535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4" name="Google Shape;769;p14"/>
              <p:cNvSpPr/>
              <p:nvPr/>
            </p:nvSpPr>
            <p:spPr>
              <a:xfrm flipH="1" rot="5400000">
                <a:off x="8598600" y="3141000"/>
                <a:ext cx="312480" cy="27072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5" name="Google Shape;770;p14"/>
              <p:cNvSpPr/>
              <p:nvPr/>
            </p:nvSpPr>
            <p:spPr>
              <a:xfrm flipH="1" rot="5400000">
                <a:off x="8745840" y="2885400"/>
                <a:ext cx="312480" cy="27072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6" name="Google Shape;771;p14"/>
              <p:cNvSpPr/>
              <p:nvPr/>
            </p:nvSpPr>
            <p:spPr>
              <a:xfrm flipH="1" rot="5400000">
                <a:off x="8745840" y="3396600"/>
                <a:ext cx="312480" cy="27072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7" name="Google Shape;772;p14"/>
              <p:cNvSpPr/>
              <p:nvPr/>
            </p:nvSpPr>
            <p:spPr>
              <a:xfrm flipH="1" rot="5400000">
                <a:off x="9187200" y="3141360"/>
                <a:ext cx="312480" cy="26964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348" y="16468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78" name="Google Shape;773;p14"/>
            <p:cNvGrpSpPr/>
            <p:nvPr/>
          </p:nvGrpSpPr>
          <p:grpSpPr>
            <a:xfrm>
              <a:off x="-124200" y="32760"/>
              <a:ext cx="1207080" cy="1867320"/>
              <a:chOff x="-124200" y="32760"/>
              <a:chExt cx="1207080" cy="1867320"/>
            </a:xfrm>
          </p:grpSpPr>
          <p:sp>
            <p:nvSpPr>
              <p:cNvPr id="279" name="Google Shape;774;p14"/>
              <p:cNvSpPr/>
              <p:nvPr/>
            </p:nvSpPr>
            <p:spPr>
              <a:xfrm>
                <a:off x="338040" y="1098720"/>
                <a:ext cx="282600" cy="24372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0" name="Google Shape;775;p14"/>
              <p:cNvSpPr/>
              <p:nvPr/>
            </p:nvSpPr>
            <p:spPr>
              <a:xfrm>
                <a:off x="800280" y="832320"/>
                <a:ext cx="282600" cy="24372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1" name="Google Shape;776;p14"/>
              <p:cNvSpPr/>
              <p:nvPr/>
            </p:nvSpPr>
            <p:spPr>
              <a:xfrm>
                <a:off x="338040" y="832320"/>
                <a:ext cx="282600" cy="24372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2" name="Google Shape;777;p14"/>
              <p:cNvSpPr/>
              <p:nvPr/>
            </p:nvSpPr>
            <p:spPr>
              <a:xfrm>
                <a:off x="338040" y="298800"/>
                <a:ext cx="282600" cy="24480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3" name="Google Shape;778;p14"/>
              <p:cNvSpPr/>
              <p:nvPr/>
            </p:nvSpPr>
            <p:spPr>
              <a:xfrm>
                <a:off x="76320" y="1749600"/>
                <a:ext cx="173520" cy="150480"/>
              </a:xfrm>
              <a:custGeom>
                <a:avLst/>
                <a:gdLst/>
                <a:ahLst/>
                <a:rect l="l" t="t" r="r" b="b"/>
                <a:pathLst>
                  <a:path w="11729" h="10166">
                    <a:moveTo>
                      <a:pt x="2930" y="0"/>
                    </a:moveTo>
                    <a:lnTo>
                      <a:pt x="1" y="5115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11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4" name="Google Shape;779;p14"/>
              <p:cNvSpPr/>
              <p:nvPr/>
            </p:nvSpPr>
            <p:spPr>
              <a:xfrm>
                <a:off x="255960" y="1411920"/>
                <a:ext cx="173520" cy="150480"/>
              </a:xfrm>
              <a:custGeom>
                <a:avLst/>
                <a:gdLst/>
                <a:ahLst/>
                <a:rect l="l" t="t" r="r" b="b"/>
                <a:pathLst>
                  <a:path w="11728" h="10172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5" name="Google Shape;780;p14"/>
              <p:cNvSpPr/>
              <p:nvPr/>
            </p:nvSpPr>
            <p:spPr>
              <a:xfrm>
                <a:off x="635760" y="1574640"/>
                <a:ext cx="173520" cy="150480"/>
              </a:xfrm>
              <a:custGeom>
                <a:avLst/>
                <a:gdLst/>
                <a:ahLst/>
                <a:rect l="l" t="t" r="r" b="b"/>
                <a:pathLst>
                  <a:path w="11728" h="10172">
                    <a:moveTo>
                      <a:pt x="2934" y="1"/>
                    </a:moveTo>
                    <a:lnTo>
                      <a:pt x="0" y="5056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05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6" name="Google Shape;781;p14"/>
              <p:cNvSpPr/>
              <p:nvPr/>
            </p:nvSpPr>
            <p:spPr>
              <a:xfrm>
                <a:off x="662400" y="1098720"/>
                <a:ext cx="173520" cy="150480"/>
              </a:xfrm>
              <a:custGeom>
                <a:avLst/>
                <a:gdLst/>
                <a:ahLst/>
                <a:rect l="l" t="t" r="r" b="b"/>
                <a:pathLst>
                  <a:path w="11728" h="10167">
                    <a:moveTo>
                      <a:pt x="2930" y="1"/>
                    </a:moveTo>
                    <a:lnTo>
                      <a:pt x="1" y="5051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1"/>
                    </a:lnTo>
                    <a:lnTo>
                      <a:pt x="8794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7" name="Google Shape;782;p14"/>
              <p:cNvSpPr/>
              <p:nvPr/>
            </p:nvSpPr>
            <p:spPr>
              <a:xfrm>
                <a:off x="-124200" y="1098720"/>
                <a:ext cx="282600" cy="24372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8" name="Google Shape;783;p14"/>
              <p:cNvSpPr/>
              <p:nvPr/>
            </p:nvSpPr>
            <p:spPr>
              <a:xfrm>
                <a:off x="106920" y="699120"/>
                <a:ext cx="282600" cy="24372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9" name="Google Shape;784;p14"/>
              <p:cNvSpPr/>
              <p:nvPr/>
            </p:nvSpPr>
            <p:spPr>
              <a:xfrm>
                <a:off x="106920" y="165600"/>
                <a:ext cx="282600" cy="244800"/>
              </a:xfrm>
              <a:custGeom>
                <a:avLst/>
                <a:gdLst/>
                <a:ahLst/>
                <a:rect l="l" t="t" r="r" b="b"/>
                <a:pathLst>
                  <a:path w="19089" h="16535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0" name="Google Shape;785;p14"/>
              <p:cNvSpPr/>
              <p:nvPr/>
            </p:nvSpPr>
            <p:spPr>
              <a:xfrm>
                <a:off x="-124200" y="1364760"/>
                <a:ext cx="282600" cy="244440"/>
              </a:xfrm>
              <a:custGeom>
                <a:avLst/>
                <a:gdLst/>
                <a:ahLst/>
                <a:rect l="l" t="t" r="r" b="b"/>
                <a:pathLst>
                  <a:path w="19089" h="16529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1" name="Google Shape;786;p14"/>
              <p:cNvSpPr/>
              <p:nvPr/>
            </p:nvSpPr>
            <p:spPr>
              <a:xfrm>
                <a:off x="106920" y="965520"/>
                <a:ext cx="282600" cy="243720"/>
              </a:xfrm>
              <a:custGeom>
                <a:avLst/>
                <a:gdLst/>
                <a:ahLst/>
                <a:rect l="l" t="t" r="r" b="b"/>
                <a:pathLst>
                  <a:path w="19089" h="1647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2" name="Google Shape;787;p14"/>
              <p:cNvSpPr/>
              <p:nvPr/>
            </p:nvSpPr>
            <p:spPr>
              <a:xfrm>
                <a:off x="-124200" y="832320"/>
                <a:ext cx="282600" cy="24372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3" name="Google Shape;788;p14"/>
              <p:cNvSpPr/>
              <p:nvPr/>
            </p:nvSpPr>
            <p:spPr>
              <a:xfrm>
                <a:off x="569160" y="699120"/>
                <a:ext cx="282600" cy="24372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4" name="Google Shape;789;p14"/>
              <p:cNvSpPr/>
              <p:nvPr/>
            </p:nvSpPr>
            <p:spPr>
              <a:xfrm>
                <a:off x="-124200" y="565200"/>
                <a:ext cx="282600" cy="244800"/>
              </a:xfrm>
              <a:custGeom>
                <a:avLst/>
                <a:gdLst/>
                <a:ahLst/>
                <a:rect l="l" t="t" r="r" b="b"/>
                <a:pathLst>
                  <a:path w="19089" h="16535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5" name="Google Shape;790;p14"/>
              <p:cNvSpPr/>
              <p:nvPr/>
            </p:nvSpPr>
            <p:spPr>
              <a:xfrm>
                <a:off x="106920" y="432000"/>
                <a:ext cx="282600" cy="24480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6" name="Google Shape;791;p14"/>
              <p:cNvSpPr/>
              <p:nvPr/>
            </p:nvSpPr>
            <p:spPr>
              <a:xfrm>
                <a:off x="-124200" y="298800"/>
                <a:ext cx="282600" cy="24480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7" name="Google Shape;792;p14"/>
              <p:cNvSpPr/>
              <p:nvPr/>
            </p:nvSpPr>
            <p:spPr>
              <a:xfrm>
                <a:off x="-124200" y="32760"/>
                <a:ext cx="282600" cy="24480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98" name="Google Shape;793;p14"/>
            <p:cNvGrpSpPr/>
            <p:nvPr/>
          </p:nvGrpSpPr>
          <p:grpSpPr>
            <a:xfrm>
              <a:off x="5909040" y="-357480"/>
              <a:ext cx="3090240" cy="1182240"/>
              <a:chOff x="5909040" y="-357480"/>
              <a:chExt cx="3090240" cy="1182240"/>
            </a:xfrm>
          </p:grpSpPr>
          <p:sp>
            <p:nvSpPr>
              <p:cNvPr id="299" name="Google Shape;794;p14"/>
              <p:cNvSpPr/>
              <p:nvPr/>
            </p:nvSpPr>
            <p:spPr>
              <a:xfrm>
                <a:off x="7331400" y="393120"/>
                <a:ext cx="318240" cy="27468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0" name="Google Shape;795;p14"/>
              <p:cNvSpPr/>
              <p:nvPr/>
            </p:nvSpPr>
            <p:spPr>
              <a:xfrm>
                <a:off x="8112240" y="-57960"/>
                <a:ext cx="318240" cy="27576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1" name="Google Shape;796;p14"/>
              <p:cNvSpPr/>
              <p:nvPr/>
            </p:nvSpPr>
            <p:spPr>
              <a:xfrm>
                <a:off x="6413040" y="-5400"/>
                <a:ext cx="195480" cy="169560"/>
              </a:xfrm>
              <a:custGeom>
                <a:avLst/>
                <a:gdLst/>
                <a:ahLst/>
                <a:rect l="l" t="t" r="r" b="b"/>
                <a:pathLst>
                  <a:path w="11728" h="10172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2" name="Google Shape;797;p14"/>
              <p:cNvSpPr/>
              <p:nvPr/>
            </p:nvSpPr>
            <p:spPr>
              <a:xfrm>
                <a:off x="5909040" y="125280"/>
                <a:ext cx="196560" cy="169560"/>
              </a:xfrm>
              <a:custGeom>
                <a:avLst/>
                <a:gdLst/>
                <a:ahLst/>
                <a:rect l="l" t="t" r="r" b="b"/>
                <a:pathLst>
                  <a:path w="11794" h="10171">
                    <a:moveTo>
                      <a:pt x="2935" y="0"/>
                    </a:moveTo>
                    <a:lnTo>
                      <a:pt x="1" y="5056"/>
                    </a:lnTo>
                    <a:lnTo>
                      <a:pt x="2935" y="10171"/>
                    </a:lnTo>
                    <a:lnTo>
                      <a:pt x="8859" y="10171"/>
                    </a:lnTo>
                    <a:lnTo>
                      <a:pt x="11793" y="5056"/>
                    </a:lnTo>
                    <a:lnTo>
                      <a:pt x="8859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3" name="Google Shape;798;p14"/>
              <p:cNvSpPr/>
              <p:nvPr/>
            </p:nvSpPr>
            <p:spPr>
              <a:xfrm>
                <a:off x="8803800" y="-13320"/>
                <a:ext cx="195480" cy="169560"/>
              </a:xfrm>
              <a:custGeom>
                <a:avLst/>
                <a:gdLst/>
                <a:ahLst/>
                <a:rect l="l" t="t" r="r" b="b"/>
                <a:pathLst>
                  <a:path w="11728" h="10171">
                    <a:moveTo>
                      <a:pt x="2930" y="0"/>
                    </a:moveTo>
                    <a:lnTo>
                      <a:pt x="0" y="5115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115"/>
                    </a:lnTo>
                    <a:lnTo>
                      <a:pt x="8793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4" name="Google Shape;799;p14"/>
              <p:cNvSpPr/>
              <p:nvPr/>
            </p:nvSpPr>
            <p:spPr>
              <a:xfrm>
                <a:off x="7851960" y="393120"/>
                <a:ext cx="318240" cy="27468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5" name="Google Shape;800;p14"/>
              <p:cNvSpPr/>
              <p:nvPr/>
            </p:nvSpPr>
            <p:spPr>
              <a:xfrm>
                <a:off x="6290280" y="393120"/>
                <a:ext cx="317160" cy="274680"/>
              </a:xfrm>
              <a:custGeom>
                <a:avLst/>
                <a:gdLst/>
                <a:ahLst/>
                <a:rect l="l" t="t" r="r" b="b"/>
                <a:pathLst>
                  <a:path w="19030" h="16469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6" name="Google Shape;801;p14"/>
              <p:cNvSpPr/>
              <p:nvPr/>
            </p:nvSpPr>
            <p:spPr>
              <a:xfrm>
                <a:off x="7071120" y="-57960"/>
                <a:ext cx="318240" cy="275760"/>
              </a:xfrm>
              <a:custGeom>
                <a:avLst/>
                <a:gdLst/>
                <a:ahLst/>
                <a:rect l="l" t="t" r="r" b="b"/>
                <a:pathLst>
                  <a:path w="19090" h="16534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7" name="Google Shape;802;p14"/>
              <p:cNvSpPr/>
              <p:nvPr/>
            </p:nvSpPr>
            <p:spPr>
              <a:xfrm>
                <a:off x="7851960" y="-207720"/>
                <a:ext cx="318240" cy="275760"/>
              </a:xfrm>
              <a:custGeom>
                <a:avLst/>
                <a:gdLst/>
                <a:ahLst/>
                <a:rect l="l" t="t" r="r" b="b"/>
                <a:pathLst>
                  <a:path w="19089" h="16535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8" name="Google Shape;803;p14"/>
              <p:cNvSpPr/>
              <p:nvPr/>
            </p:nvSpPr>
            <p:spPr>
              <a:xfrm>
                <a:off x="8681040" y="550080"/>
                <a:ext cx="318240" cy="274680"/>
              </a:xfrm>
              <a:custGeom>
                <a:avLst/>
                <a:gdLst/>
                <a:ahLst/>
                <a:rect l="l" t="t" r="r" b="b"/>
                <a:pathLst>
                  <a:path w="19089" h="16469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9" name="Google Shape;804;p14"/>
              <p:cNvSpPr/>
              <p:nvPr/>
            </p:nvSpPr>
            <p:spPr>
              <a:xfrm>
                <a:off x="7591680" y="241920"/>
                <a:ext cx="318240" cy="275760"/>
              </a:xfrm>
              <a:custGeom>
                <a:avLst/>
                <a:gdLst/>
                <a:ahLst/>
                <a:rect l="l" t="t" r="r" b="b"/>
                <a:pathLst>
                  <a:path w="19089" h="16535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0" name="Google Shape;805;p14"/>
              <p:cNvSpPr/>
              <p:nvPr/>
            </p:nvSpPr>
            <p:spPr>
              <a:xfrm>
                <a:off x="7071120" y="241920"/>
                <a:ext cx="318240" cy="275760"/>
              </a:xfrm>
              <a:custGeom>
                <a:avLst/>
                <a:gdLst/>
                <a:ahLst/>
                <a:rect l="l" t="t" r="r" b="b"/>
                <a:pathLst>
                  <a:path w="19090" h="16535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1" name="Google Shape;806;p14"/>
              <p:cNvSpPr/>
              <p:nvPr/>
            </p:nvSpPr>
            <p:spPr>
              <a:xfrm>
                <a:off x="6810840" y="393120"/>
                <a:ext cx="318240" cy="274680"/>
              </a:xfrm>
              <a:custGeom>
                <a:avLst/>
                <a:gdLst/>
                <a:ahLst/>
                <a:rect l="l" t="t" r="r" b="b"/>
                <a:pathLst>
                  <a:path w="19090" h="16469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2" name="Google Shape;807;p14"/>
              <p:cNvSpPr/>
              <p:nvPr/>
            </p:nvSpPr>
            <p:spPr>
              <a:xfrm>
                <a:off x="6550560" y="241920"/>
                <a:ext cx="317160" cy="275760"/>
              </a:xfrm>
              <a:custGeom>
                <a:avLst/>
                <a:gdLst/>
                <a:ahLst/>
                <a:rect l="l" t="t" r="r" b="b"/>
                <a:pathLst>
                  <a:path w="19030" h="16535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3" name="Google Shape;808;p14"/>
              <p:cNvSpPr/>
              <p:nvPr/>
            </p:nvSpPr>
            <p:spPr>
              <a:xfrm>
                <a:off x="7851960" y="92160"/>
                <a:ext cx="318240" cy="27576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4" name="Google Shape;809;p14"/>
              <p:cNvSpPr/>
              <p:nvPr/>
            </p:nvSpPr>
            <p:spPr>
              <a:xfrm>
                <a:off x="7591680" y="-57960"/>
                <a:ext cx="318240" cy="27576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5" name="Google Shape;810;p14"/>
              <p:cNvSpPr/>
              <p:nvPr/>
            </p:nvSpPr>
            <p:spPr>
              <a:xfrm>
                <a:off x="7331400" y="92160"/>
                <a:ext cx="318240" cy="27576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6" name="Google Shape;811;p14"/>
              <p:cNvSpPr/>
              <p:nvPr/>
            </p:nvSpPr>
            <p:spPr>
              <a:xfrm>
                <a:off x="7591680" y="-357480"/>
                <a:ext cx="318240" cy="275760"/>
              </a:xfrm>
              <a:custGeom>
                <a:avLst/>
                <a:gdLst/>
                <a:ahLst/>
                <a:rect l="l" t="t" r="r" b="b"/>
                <a:pathLst>
                  <a:path w="19089" h="16534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7" name="Google Shape;812;p14"/>
              <p:cNvSpPr/>
              <p:nvPr/>
            </p:nvSpPr>
            <p:spPr>
              <a:xfrm>
                <a:off x="7071120" y="-357480"/>
                <a:ext cx="318240" cy="275760"/>
              </a:xfrm>
              <a:custGeom>
                <a:avLst/>
                <a:gdLst/>
                <a:ahLst/>
                <a:rect l="l" t="t" r="r" b="b"/>
                <a:pathLst>
                  <a:path w="19090" h="16534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8" name="Google Shape;813;p14"/>
              <p:cNvSpPr/>
              <p:nvPr/>
            </p:nvSpPr>
            <p:spPr>
              <a:xfrm>
                <a:off x="6810840" y="-207720"/>
                <a:ext cx="318240" cy="275760"/>
              </a:xfrm>
              <a:custGeom>
                <a:avLst/>
                <a:gdLst/>
                <a:ahLst/>
                <a:rect l="l" t="t" r="r" b="b"/>
                <a:pathLst>
                  <a:path w="19090" h="16535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319" name="Google Shape;814;p14"/>
          <p:cNvGrpSpPr/>
          <p:nvPr/>
        </p:nvGrpSpPr>
        <p:grpSpPr>
          <a:xfrm>
            <a:off x="360" y="107640"/>
            <a:ext cx="9001080" cy="4934520"/>
            <a:chOff x="360" y="107640"/>
            <a:chExt cx="9001080" cy="4934520"/>
          </a:xfrm>
        </p:grpSpPr>
        <p:pic>
          <p:nvPicPr>
            <p:cNvPr id="320" name="Google Shape;815;p14" descr=""/>
            <p:cNvPicPr/>
            <p:nvPr/>
          </p:nvPicPr>
          <p:blipFill>
            <a:blip r:embed="rId2"/>
            <a:stretch/>
          </p:blipFill>
          <p:spPr>
            <a:xfrm rot="20968800">
              <a:off x="7644240" y="3684600"/>
              <a:ext cx="1253160" cy="1253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21" name="Google Shape;816;p14" descr=""/>
            <p:cNvPicPr/>
            <p:nvPr/>
          </p:nvPicPr>
          <p:blipFill>
            <a:blip r:embed="rId3"/>
            <a:srcRect l="0" t="0" r="28649" b="0"/>
            <a:stretch/>
          </p:blipFill>
          <p:spPr>
            <a:xfrm flipH="1" rot="20773200">
              <a:off x="148320" y="203760"/>
              <a:ext cx="971640" cy="13618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2014920" y="3408480"/>
            <a:ext cx="5114160" cy="53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1510560" y="653040"/>
            <a:ext cx="6082200" cy="25038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pc="-1" strike="noStrike">
                <a:solidFill>
                  <a:srgbClr val="17235b"/>
                </a:solidFill>
                <a:latin typeface="Archivo SemiBold"/>
                <a:ea typeface="Archivo"/>
              </a:rPr>
              <a:t>Implmentation Update</a:t>
            </a:r>
            <a:br>
              <a:rPr sz="2800"/>
            </a:b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 type="subTitle"/>
          </p:nvPr>
        </p:nvSpPr>
        <p:spPr>
          <a:xfrm>
            <a:off x="2683800" y="3018600"/>
            <a:ext cx="4125960" cy="531360"/>
          </a:xfrm>
          <a:prstGeom prst="rect">
            <a:avLst/>
          </a:prstGeom>
          <a:solidFill>
            <a:srgbClr val="ffffff"/>
          </a:solidFill>
          <a:ln w="9360">
            <a:solidFill>
              <a:srgbClr val="7f87ac"/>
            </a:solidFill>
            <a:round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17235b"/>
                </a:solidFill>
                <a:latin typeface="Manrope Medium"/>
                <a:ea typeface="Manrope Medium"/>
              </a:rPr>
              <a:t>B</a:t>
            </a:r>
            <a:r>
              <a:rPr b="0" lang="en" sz="1600" spc="-1" strike="noStrike">
                <a:solidFill>
                  <a:srgbClr val="17235b"/>
                </a:solidFill>
                <a:latin typeface="Manrope Medium"/>
                <a:ea typeface="Manrope Medium"/>
              </a:rPr>
              <a:t>y Grace Xu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68" name="Google Shape;1788;p35"/>
          <p:cNvSpPr/>
          <p:nvPr/>
        </p:nvSpPr>
        <p:spPr>
          <a:xfrm rot="16200000">
            <a:off x="9299520" y="1559520"/>
            <a:ext cx="121320" cy="105480"/>
          </a:xfrm>
          <a:custGeom>
            <a:avLst/>
            <a:gdLst/>
            <a:ahLst/>
            <a:rect l="l" t="t" r="r" b="b"/>
            <a:pathLst>
              <a:path w="7736" h="6738">
                <a:moveTo>
                  <a:pt x="1937" y="1"/>
                </a:moveTo>
                <a:lnTo>
                  <a:pt x="0" y="3369"/>
                </a:lnTo>
                <a:lnTo>
                  <a:pt x="1937" y="6738"/>
                </a:lnTo>
                <a:lnTo>
                  <a:pt x="5804" y="6738"/>
                </a:lnTo>
                <a:lnTo>
                  <a:pt x="7736" y="3369"/>
                </a:lnTo>
                <a:lnTo>
                  <a:pt x="5804" y="1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1882;p43"/>
          <p:cNvSpPr/>
          <p:nvPr/>
        </p:nvSpPr>
        <p:spPr>
          <a:xfrm>
            <a:off x="1218600" y="195480"/>
            <a:ext cx="3926520" cy="6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15000"/>
              </a:lnSpc>
              <a:buNone/>
            </a:pPr>
            <a:r>
              <a:rPr b="0" lang="en-US" sz="3000" spc="-1" strike="noStrike">
                <a:solidFill>
                  <a:srgbClr val="17235b"/>
                </a:solidFill>
                <a:latin typeface="Archivo SemiBold"/>
                <a:ea typeface="Archivo SemiBold"/>
              </a:rPr>
              <a:t>OwlV2 + Ruptures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70" name="TextBox 1"/>
          <p:cNvSpPr/>
          <p:nvPr/>
        </p:nvSpPr>
        <p:spPr>
          <a:xfrm>
            <a:off x="949680" y="1327320"/>
            <a:ext cx="71740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400" spc="-1" strike="noStrike">
              <a:latin typeface="Arial"/>
            </a:endParaRPr>
          </a:p>
        </p:txBody>
      </p:sp>
      <p:pic>
        <p:nvPicPr>
          <p:cNvPr id="371" name="" descr=""/>
          <p:cNvPicPr/>
          <p:nvPr/>
        </p:nvPicPr>
        <p:blipFill>
          <a:blip r:embed="rId1"/>
          <a:stretch/>
        </p:blipFill>
        <p:spPr>
          <a:xfrm>
            <a:off x="360" y="1828800"/>
            <a:ext cx="9143640" cy="91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1882;p43"/>
          <p:cNvSpPr/>
          <p:nvPr/>
        </p:nvSpPr>
        <p:spPr>
          <a:xfrm>
            <a:off x="1109160" y="228600"/>
            <a:ext cx="6364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>
              <a:lnSpc>
                <a:spcPct val="115000"/>
              </a:lnSpc>
              <a:buNone/>
            </a:pPr>
            <a:r>
              <a:rPr b="0" lang="en-US" sz="3000" spc="-1" strike="noStrike">
                <a:solidFill>
                  <a:srgbClr val="17235b"/>
                </a:solidFill>
                <a:latin typeface="Archivo SemiBold"/>
                <a:ea typeface="Archivo SemiBold"/>
              </a:rPr>
              <a:t>Updated Implementation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73" name="TextBox 1"/>
          <p:cNvSpPr/>
          <p:nvPr/>
        </p:nvSpPr>
        <p:spPr>
          <a:xfrm>
            <a:off x="949680" y="1327320"/>
            <a:ext cx="71740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400" spc="-1" strike="noStrike">
              <a:latin typeface="Arial"/>
            </a:endParaRPr>
          </a:p>
        </p:txBody>
      </p:sp>
      <p:pic>
        <p:nvPicPr>
          <p:cNvPr id="374" name="" descr=""/>
          <p:cNvPicPr/>
          <p:nvPr/>
        </p:nvPicPr>
        <p:blipFill>
          <a:blip r:embed="rId1"/>
          <a:stretch/>
        </p:blipFill>
        <p:spPr>
          <a:xfrm>
            <a:off x="1301040" y="820440"/>
            <a:ext cx="6242760" cy="4161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4029480" y="4611600"/>
            <a:ext cx="3753360" cy="53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7235b"/>
                </a:solidFill>
                <a:latin typeface="Archivo SemiBold"/>
                <a:ea typeface="Archivo SemiBold"/>
              </a:rPr>
              <a:t>Credit: template was created by Slidesgo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Google Shape;1860;p40"/>
          <p:cNvSpPr/>
          <p:nvPr/>
        </p:nvSpPr>
        <p:spPr>
          <a:xfrm rot="16200000">
            <a:off x="352080" y="5321160"/>
            <a:ext cx="126360" cy="109080"/>
          </a:xfrm>
          <a:custGeom>
            <a:avLst/>
            <a:gdLst/>
            <a:ahLst/>
            <a:rect l="l" t="t" r="r" b="b"/>
            <a:pathLst>
              <a:path w="7736" h="6673">
                <a:moveTo>
                  <a:pt x="1937" y="0"/>
                </a:moveTo>
                <a:lnTo>
                  <a:pt x="0" y="3304"/>
                </a:lnTo>
                <a:lnTo>
                  <a:pt x="1937" y="6672"/>
                </a:lnTo>
                <a:lnTo>
                  <a:pt x="5804" y="6672"/>
                </a:lnTo>
                <a:lnTo>
                  <a:pt x="7736" y="3304"/>
                </a:lnTo>
                <a:lnTo>
                  <a:pt x="5804" y="0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Google Shape;2323;p62"/>
          <p:cNvSpPr/>
          <p:nvPr/>
        </p:nvSpPr>
        <p:spPr>
          <a:xfrm>
            <a:off x="2181240" y="1419120"/>
            <a:ext cx="4780800" cy="14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15000"/>
              </a:lnSpc>
              <a:buNone/>
            </a:pPr>
            <a:r>
              <a:rPr b="0" lang="en-US" sz="6000" spc="-1" strike="noStrike">
                <a:solidFill>
                  <a:srgbClr val="17235b"/>
                </a:solidFill>
                <a:latin typeface="Archivo SemiBold"/>
                <a:ea typeface="Archivo SemiBold"/>
              </a:rPr>
              <a:t>Thanks!</a:t>
            </a:r>
            <a:endParaRPr b="0" lang="en-US" sz="6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ffffff"/>
      </a:dk2>
      <a:lt2>
        <a:srgbClr val="7f87ac"/>
      </a:lt2>
      <a:accent1>
        <a:srgbClr val="fcfcfc"/>
      </a:accent1>
      <a:accent2>
        <a:srgbClr val="ffffff"/>
      </a:accent2>
      <a:accent3>
        <a:srgbClr val="fcfcfc"/>
      </a:accent3>
      <a:accent4>
        <a:srgbClr val="ffffff"/>
      </a:accent4>
      <a:accent5>
        <a:srgbClr val="ffffff"/>
      </a:accent5>
      <a:accent6>
        <a:srgbClr val="ffffff"/>
      </a:accent6>
      <a:hlink>
        <a:srgbClr val="17235b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ffffff"/>
      </a:dk2>
      <a:lt2>
        <a:srgbClr val="7f87ac"/>
      </a:lt2>
      <a:accent1>
        <a:srgbClr val="fcfcfc"/>
      </a:accent1>
      <a:accent2>
        <a:srgbClr val="ffffff"/>
      </a:accent2>
      <a:accent3>
        <a:srgbClr val="fcfcfc"/>
      </a:accent3>
      <a:accent4>
        <a:srgbClr val="ffffff"/>
      </a:accent4>
      <a:accent5>
        <a:srgbClr val="ffffff"/>
      </a:accent5>
      <a:accent6>
        <a:srgbClr val="ffffff"/>
      </a:accent6>
      <a:hlink>
        <a:srgbClr val="17235b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ffffff"/>
      </a:dk2>
      <a:lt2>
        <a:srgbClr val="7f87ac"/>
      </a:lt2>
      <a:accent1>
        <a:srgbClr val="fcfcfc"/>
      </a:accent1>
      <a:accent2>
        <a:srgbClr val="ffffff"/>
      </a:accent2>
      <a:accent3>
        <a:srgbClr val="fcfcfc"/>
      </a:accent3>
      <a:accent4>
        <a:srgbClr val="ffffff"/>
      </a:accent4>
      <a:accent5>
        <a:srgbClr val="ffffff"/>
      </a:accent5>
      <a:accent6>
        <a:srgbClr val="ffffff"/>
      </a:accent6>
      <a:hlink>
        <a:srgbClr val="17235b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ffffff"/>
      </a:dk2>
      <a:lt2>
        <a:srgbClr val="7f87ac"/>
      </a:lt2>
      <a:accent1>
        <a:srgbClr val="fcfcfc"/>
      </a:accent1>
      <a:accent2>
        <a:srgbClr val="ffffff"/>
      </a:accent2>
      <a:accent3>
        <a:srgbClr val="fcfcfc"/>
      </a:accent3>
      <a:accent4>
        <a:srgbClr val="ffffff"/>
      </a:accent4>
      <a:accent5>
        <a:srgbClr val="ffffff"/>
      </a:accent5>
      <a:accent6>
        <a:srgbClr val="ffffff"/>
      </a:accent6>
      <a:hlink>
        <a:srgbClr val="17235b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3040</TotalTime>
  <Application>LibreOffice/7.3.7.2$Linux_X86_64 LibreOffice_project/30$Build-2</Application>
  <AppVersion>15.0000</AppVersion>
  <Words>309</Words>
  <Paragraphs>52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2026-05-15T10:58:42Z</dcterms:modified>
  <cp:revision>60</cp:revision>
  <dc:subject/>
  <dc:title>3D Perception Paper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1</vt:i4>
  </property>
  <property fmtid="{D5CDD505-2E9C-101B-9397-08002B2CF9AE}" pid="3" name="Notes">
    <vt:i4>10</vt:i4>
  </property>
  <property fmtid="{D5CDD505-2E9C-101B-9397-08002B2CF9AE}" pid="4" name="PresentationFormat">
    <vt:lpwstr>On-screen Show (16:9)</vt:lpwstr>
  </property>
  <property fmtid="{D5CDD505-2E9C-101B-9397-08002B2CF9AE}" pid="5" name="Slides">
    <vt:i4>10</vt:i4>
  </property>
</Properties>
</file>